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embeddedFontLst>
    <p:embeddedFont>
      <p:font typeface="CMU SERIF ROMAN" panose="02000603000000000000" pitchFamily="2" charset="0"/>
      <p:regular r:id="rId13"/>
    </p:embeddedFont>
    <p:embeddedFont>
      <p:font typeface="CMU SERIF ROMAN" panose="02000603000000000000" pitchFamily="2" charset="0"/>
      <p:regular r:id="rId13"/>
    </p:embeddedFont>
    <p:embeddedFont>
      <p:font typeface="Helvetica Neue" panose="02000503000000020004" pitchFamily="2" charset="0"/>
      <p:regular r:id="rId14"/>
      <p:bold r:id="rId15"/>
      <p:italic r:id="rId16"/>
      <p:boldItalic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384">
          <p15:clr>
            <a:srgbClr val="747775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0" roundtripDataSignature="AMtx7mjNqohv7MXfyIegnX0+oU5OS7kAy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77"/>
    <p:restoredTop sz="94640"/>
  </p:normalViewPr>
  <p:slideViewPr>
    <p:cSldViewPr snapToGrid="0">
      <p:cViewPr>
        <p:scale>
          <a:sx n="129" d="100"/>
          <a:sy n="129" d="100"/>
        </p:scale>
        <p:origin x="-1976" y="-384"/>
      </p:cViewPr>
      <p:guideLst>
        <p:guide orient="horz" pos="1384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customschemas.google.com/relationships/presentationmetadata" Target="meta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it-IT"/>
          </a:p>
        </p:txBody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it-IT"/>
          </a:p>
        </p:txBody>
      </p:sp>
      <p:sp>
        <p:nvSpPr>
          <p:cNvPr id="106" name="Google Shape;106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it-IT"/>
          </a:p>
        </p:txBody>
      </p:sp>
      <p:sp>
        <p:nvSpPr>
          <p:cNvPr id="133" name="Google Shape;133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a32454e9ed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g3a32454e9e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a32454e9ed_0_14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g3a32454e9ed_0_1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g3a32454e9ed_0_2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9" name="Google Shape;319;g3a32454e9ed_0_2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titolo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0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0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e contenuto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stazione sezione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2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2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ue contenuti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13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fronto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4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4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4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4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4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titolo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uota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uto con didascalia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7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7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magine con didascalia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8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8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8" name="Google Shape;68;p18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e testo verticale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9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olo e testo verticale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0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0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6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11.png"/><Relationship Id="rId4" Type="http://schemas.openxmlformats.org/officeDocument/2006/relationships/image" Target="../media/image2.png"/><Relationship Id="rId9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2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1.png"/><Relationship Id="rId10" Type="http://schemas.openxmlformats.org/officeDocument/2006/relationships/image" Target="../media/image18.png"/><Relationship Id="rId4" Type="http://schemas.openxmlformats.org/officeDocument/2006/relationships/image" Target="../media/image13.png"/><Relationship Id="rId9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3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10" Type="http://schemas.openxmlformats.org/officeDocument/2006/relationships/image" Target="../media/image20.png"/><Relationship Id="rId4" Type="http://schemas.openxmlformats.org/officeDocument/2006/relationships/image" Target="../media/image11.png"/><Relationship Id="rId9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2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5.png"/><Relationship Id="rId4" Type="http://schemas.openxmlformats.org/officeDocument/2006/relationships/image" Target="../media/image11.png"/><Relationship Id="rId9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3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20.png"/><Relationship Id="rId5" Type="http://schemas.microsoft.com/office/2007/relationships/hdphoto" Target="../media/hdphoto1.wdp"/><Relationship Id="rId10" Type="http://schemas.openxmlformats.org/officeDocument/2006/relationships/image" Target="../media/image19.png"/><Relationship Id="rId4" Type="http://schemas.openxmlformats.org/officeDocument/2006/relationships/image" Target="../media/image21.png"/><Relationship Id="rId9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/>
          <p:nvPr/>
        </p:nvSpPr>
        <p:spPr>
          <a:xfrm>
            <a:off x="-164555" y="967409"/>
            <a:ext cx="12521109" cy="566088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pic>
        <p:nvPicPr>
          <p:cNvPr id="89" name="Google Shape;89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660886" y="1793463"/>
            <a:ext cx="870226" cy="8702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92550" y="1274734"/>
            <a:ext cx="12099449" cy="427365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pic>
        <p:nvPicPr>
          <p:cNvPr id="95" name="Google Shape;95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99294" y="2435589"/>
            <a:ext cx="993411" cy="9934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"/>
          <p:cNvSpPr/>
          <p:nvPr/>
        </p:nvSpPr>
        <p:spPr>
          <a:xfrm>
            <a:off x="-894853" y="0"/>
            <a:ext cx="13981705" cy="68421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pic>
        <p:nvPicPr>
          <p:cNvPr id="101" name="Google Shape;101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6411" y="1669477"/>
            <a:ext cx="870226" cy="8702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6411" y="4397179"/>
            <a:ext cx="870226" cy="8702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10330" y="3108238"/>
            <a:ext cx="1083460" cy="10834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109;p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882725" y="2752082"/>
            <a:ext cx="1316027" cy="1316027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4"/>
          <p:cNvSpPr txBox="1"/>
          <p:nvPr/>
        </p:nvSpPr>
        <p:spPr>
          <a:xfrm>
            <a:off x="4827677" y="4192447"/>
            <a:ext cx="141984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6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AI Agent</a:t>
            </a:r>
            <a:endParaRPr/>
          </a:p>
        </p:txBody>
      </p:sp>
      <p:sp>
        <p:nvSpPr>
          <p:cNvPr id="111" name="Google Shape;111;p4"/>
          <p:cNvSpPr/>
          <p:nvPr/>
        </p:nvSpPr>
        <p:spPr>
          <a:xfrm>
            <a:off x="3611326" y="2098592"/>
            <a:ext cx="770795" cy="277397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pic>
        <p:nvPicPr>
          <p:cNvPr id="112" name="Google Shape;112;p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377766" y="1646233"/>
            <a:ext cx="1047279" cy="10472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556122" y="4265599"/>
            <a:ext cx="814661" cy="814661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4"/>
          <p:cNvSpPr txBox="1"/>
          <p:nvPr/>
        </p:nvSpPr>
        <p:spPr>
          <a:xfrm>
            <a:off x="2191483" y="2693512"/>
            <a:ext cx="1419843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6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Reasoning Model</a:t>
            </a:r>
            <a:endParaRPr/>
          </a:p>
        </p:txBody>
      </p:sp>
      <p:sp>
        <p:nvSpPr>
          <p:cNvPr id="115" name="Google Shape;115;p4"/>
          <p:cNvSpPr txBox="1"/>
          <p:nvPr/>
        </p:nvSpPr>
        <p:spPr>
          <a:xfrm>
            <a:off x="1979809" y="5118757"/>
            <a:ext cx="183097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6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Instructions &amp;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6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Guardrails</a:t>
            </a:r>
            <a:endParaRPr/>
          </a:p>
        </p:txBody>
      </p:sp>
      <p:sp>
        <p:nvSpPr>
          <p:cNvPr id="116" name="Google Shape;116;p4"/>
          <p:cNvSpPr/>
          <p:nvPr/>
        </p:nvSpPr>
        <p:spPr>
          <a:xfrm>
            <a:off x="6293242" y="3119820"/>
            <a:ext cx="1402080" cy="8778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pic>
        <p:nvPicPr>
          <p:cNvPr id="117" name="Google Shape;117;p4"/>
          <p:cNvPicPr preferRelativeResize="0"/>
          <p:nvPr/>
        </p:nvPicPr>
        <p:blipFill rotWithShape="1">
          <a:blip r:embed="rId6">
            <a:alphaModFix/>
          </a:blip>
          <a:srcRect l="8221" t="6240" r="5899"/>
          <a:stretch/>
        </p:blipFill>
        <p:spPr>
          <a:xfrm>
            <a:off x="9680570" y="2782420"/>
            <a:ext cx="1727569" cy="12931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4"/>
          <p:cNvSpPr txBox="1"/>
          <p:nvPr/>
        </p:nvSpPr>
        <p:spPr>
          <a:xfrm>
            <a:off x="9847879" y="4192447"/>
            <a:ext cx="141984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6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Tool</a:t>
            </a:r>
            <a:endParaRPr/>
          </a:p>
        </p:txBody>
      </p:sp>
      <p:pic>
        <p:nvPicPr>
          <p:cNvPr id="119" name="Google Shape;119;p4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993537" y="3138693"/>
            <a:ext cx="689310" cy="6893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4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 flipH="1">
            <a:off x="11169742" y="187343"/>
            <a:ext cx="476794" cy="47679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4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33535" y="1388117"/>
            <a:ext cx="686601" cy="686601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4"/>
          <p:cNvSpPr txBox="1"/>
          <p:nvPr/>
        </p:nvSpPr>
        <p:spPr>
          <a:xfrm>
            <a:off x="-45068" y="2098914"/>
            <a:ext cx="1634472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Past 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Simulations</a:t>
            </a:r>
            <a:endParaRPr/>
          </a:p>
        </p:txBody>
      </p:sp>
      <p:cxnSp>
        <p:nvCxnSpPr>
          <p:cNvPr id="123" name="Google Shape;123;p4"/>
          <p:cNvCxnSpPr/>
          <p:nvPr/>
        </p:nvCxnSpPr>
        <p:spPr>
          <a:xfrm rot="10800000" flipH="1">
            <a:off x="1354860" y="2820888"/>
            <a:ext cx="733616" cy="452729"/>
          </a:xfrm>
          <a:prstGeom prst="straightConnector1">
            <a:avLst/>
          </a:prstGeom>
          <a:noFill/>
          <a:ln w="25400" cap="rnd" cmpd="sng">
            <a:solidFill>
              <a:schemeClr val="dk1"/>
            </a:solidFill>
            <a:prstDash val="solid"/>
            <a:miter lim="800000"/>
            <a:headEnd type="none" w="sm" len="sm"/>
            <a:tailEnd type="stealth" w="med" len="med"/>
          </a:ln>
        </p:spPr>
      </p:cxnSp>
      <p:sp>
        <p:nvSpPr>
          <p:cNvPr id="124" name="Google Shape;124;p4"/>
          <p:cNvSpPr txBox="1"/>
          <p:nvPr/>
        </p:nvSpPr>
        <p:spPr>
          <a:xfrm>
            <a:off x="10590903" y="706906"/>
            <a:ext cx="1634472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Performance Objective</a:t>
            </a:r>
            <a:endParaRPr/>
          </a:p>
        </p:txBody>
      </p:sp>
      <p:cxnSp>
        <p:nvCxnSpPr>
          <p:cNvPr id="125" name="Google Shape;125;p4"/>
          <p:cNvCxnSpPr/>
          <p:nvPr/>
        </p:nvCxnSpPr>
        <p:spPr>
          <a:xfrm>
            <a:off x="1354860" y="2135087"/>
            <a:ext cx="733616" cy="452729"/>
          </a:xfrm>
          <a:prstGeom prst="straightConnector1">
            <a:avLst/>
          </a:prstGeom>
          <a:noFill/>
          <a:ln w="25400" cap="rnd" cmpd="sng">
            <a:solidFill>
              <a:schemeClr val="dk1"/>
            </a:solidFill>
            <a:prstDash val="solid"/>
            <a:miter lim="800000"/>
            <a:headEnd type="none" w="sm" len="sm"/>
            <a:tailEnd type="stealth" w="med" len="med"/>
          </a:ln>
        </p:spPr>
      </p:cxnSp>
      <p:sp>
        <p:nvSpPr>
          <p:cNvPr id="126" name="Google Shape;126;p4"/>
          <p:cNvSpPr txBox="1"/>
          <p:nvPr/>
        </p:nvSpPr>
        <p:spPr>
          <a:xfrm>
            <a:off x="-54981" y="3705933"/>
            <a:ext cx="1634472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Prior 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Knowledge</a:t>
            </a:r>
            <a:endParaRPr/>
          </a:p>
        </p:txBody>
      </p:sp>
      <p:pic>
        <p:nvPicPr>
          <p:cNvPr id="127" name="Google Shape;127;p4"/>
          <p:cNvPicPr preferRelativeResize="0"/>
          <p:nvPr/>
        </p:nvPicPr>
        <p:blipFill rotWithShape="1">
          <a:blip r:embed="rId10">
            <a:alphaModFix/>
          </a:blip>
          <a:srcRect l="12256" t="8455" r="13012" b="8033"/>
          <a:stretch/>
        </p:blipFill>
        <p:spPr>
          <a:xfrm>
            <a:off x="507983" y="3010784"/>
            <a:ext cx="559365" cy="625088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4"/>
          <p:cNvSpPr txBox="1"/>
          <p:nvPr/>
        </p:nvSpPr>
        <p:spPr>
          <a:xfrm>
            <a:off x="7532345" y="3922260"/>
            <a:ext cx="1634472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Configuration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File</a:t>
            </a:r>
            <a:endParaRPr/>
          </a:p>
        </p:txBody>
      </p:sp>
      <p:sp>
        <p:nvSpPr>
          <p:cNvPr id="129" name="Google Shape;129;p4"/>
          <p:cNvSpPr/>
          <p:nvPr/>
        </p:nvSpPr>
        <p:spPr>
          <a:xfrm>
            <a:off x="4376798" y="2098591"/>
            <a:ext cx="600988" cy="277397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cxnSp>
        <p:nvCxnSpPr>
          <p:cNvPr id="130" name="Google Shape;130;p4"/>
          <p:cNvCxnSpPr/>
          <p:nvPr/>
        </p:nvCxnSpPr>
        <p:spPr>
          <a:xfrm>
            <a:off x="8818724" y="3545285"/>
            <a:ext cx="681062" cy="0"/>
          </a:xfrm>
          <a:prstGeom prst="straightConnector1">
            <a:avLst/>
          </a:prstGeom>
          <a:noFill/>
          <a:ln w="22225" cap="rnd" cmpd="sng">
            <a:solidFill>
              <a:schemeClr val="dk1"/>
            </a:solidFill>
            <a:prstDash val="solid"/>
            <a:miter lim="800000"/>
            <a:headEnd type="none" w="sm" len="sm"/>
            <a:tailEnd type="stealth" w="med" len="med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5"/>
          <p:cNvSpPr/>
          <p:nvPr/>
        </p:nvSpPr>
        <p:spPr>
          <a:xfrm>
            <a:off x="6293242" y="3119820"/>
            <a:ext cx="1402080" cy="8778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7" name="Google Shape;137;p5"/>
          <p:cNvSpPr txBox="1"/>
          <p:nvPr/>
        </p:nvSpPr>
        <p:spPr>
          <a:xfrm>
            <a:off x="9512278" y="3903905"/>
            <a:ext cx="1419843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6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Federated Learning Tool</a:t>
            </a:r>
            <a:endParaRPr/>
          </a:p>
        </p:txBody>
      </p:sp>
      <p:pic>
        <p:nvPicPr>
          <p:cNvPr id="138" name="Google Shape;138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993537" y="3138693"/>
            <a:ext cx="689310" cy="68931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5"/>
          <p:cNvSpPr txBox="1"/>
          <p:nvPr/>
        </p:nvSpPr>
        <p:spPr>
          <a:xfrm>
            <a:off x="7532345" y="3922260"/>
            <a:ext cx="1634472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Configuration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File</a:t>
            </a:r>
            <a:endParaRPr/>
          </a:p>
        </p:txBody>
      </p:sp>
      <p:cxnSp>
        <p:nvCxnSpPr>
          <p:cNvPr id="140" name="Google Shape;140;p5"/>
          <p:cNvCxnSpPr/>
          <p:nvPr/>
        </p:nvCxnSpPr>
        <p:spPr>
          <a:xfrm>
            <a:off x="8818724" y="3545285"/>
            <a:ext cx="681062" cy="0"/>
          </a:xfrm>
          <a:prstGeom prst="straightConnector1">
            <a:avLst/>
          </a:prstGeom>
          <a:noFill/>
          <a:ln w="22225" cap="rnd" cmpd="sng">
            <a:solidFill>
              <a:schemeClr val="dk1"/>
            </a:solidFill>
            <a:prstDash val="solid"/>
            <a:miter lim="800000"/>
            <a:headEnd type="none" w="sm" len="sm"/>
            <a:tailEnd type="stealth" w="med" len="med"/>
          </a:ln>
        </p:spPr>
      </p:cxnSp>
      <p:pic>
        <p:nvPicPr>
          <p:cNvPr id="141" name="Google Shape;141;p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931288" y="2681617"/>
            <a:ext cx="1316027" cy="1316027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5"/>
          <p:cNvSpPr txBox="1"/>
          <p:nvPr/>
        </p:nvSpPr>
        <p:spPr>
          <a:xfrm>
            <a:off x="4815478" y="4116749"/>
            <a:ext cx="1526279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6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AI Agent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6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(Coordinator)</a:t>
            </a:r>
            <a:endParaRPr/>
          </a:p>
        </p:txBody>
      </p:sp>
      <p:sp>
        <p:nvSpPr>
          <p:cNvPr id="143" name="Google Shape;143;p5"/>
          <p:cNvSpPr/>
          <p:nvPr/>
        </p:nvSpPr>
        <p:spPr>
          <a:xfrm rot="-2342826">
            <a:off x="4177396" y="2922701"/>
            <a:ext cx="831171" cy="277397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44" name="Google Shape;144;p5"/>
          <p:cNvSpPr/>
          <p:nvPr/>
        </p:nvSpPr>
        <p:spPr>
          <a:xfrm rot="2418113">
            <a:off x="4177396" y="1280570"/>
            <a:ext cx="831171" cy="277397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grpSp>
        <p:nvGrpSpPr>
          <p:cNvPr id="145" name="Google Shape;145;p5"/>
          <p:cNvGrpSpPr/>
          <p:nvPr/>
        </p:nvGrpSpPr>
        <p:grpSpPr>
          <a:xfrm>
            <a:off x="457071" y="757215"/>
            <a:ext cx="3791825" cy="2802333"/>
            <a:chOff x="1507601" y="1040876"/>
            <a:chExt cx="6451997" cy="4352009"/>
          </a:xfrm>
        </p:grpSpPr>
        <p:sp>
          <p:nvSpPr>
            <p:cNvPr id="146" name="Google Shape;146;p5"/>
            <p:cNvSpPr txBox="1"/>
            <p:nvPr/>
          </p:nvSpPr>
          <p:spPr>
            <a:xfrm>
              <a:off x="6350497" y="3618841"/>
              <a:ext cx="1419843" cy="3823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10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AI Agent</a:t>
              </a:r>
              <a:endParaRPr/>
            </a:p>
          </p:txBody>
        </p:sp>
        <p:sp>
          <p:nvSpPr>
            <p:cNvPr id="147" name="Google Shape;147;p5"/>
            <p:cNvSpPr/>
            <p:nvPr/>
          </p:nvSpPr>
          <p:spPr>
            <a:xfrm>
              <a:off x="5173908" y="1751351"/>
              <a:ext cx="770795" cy="277397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pic>
          <p:nvPicPr>
            <p:cNvPr id="148" name="Google Shape;148;p5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3940348" y="1298992"/>
              <a:ext cx="1047279" cy="104727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9" name="Google Shape;149;p5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4118704" y="3918358"/>
              <a:ext cx="814661" cy="81466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0" name="Google Shape;150;p5"/>
            <p:cNvSpPr txBox="1"/>
            <p:nvPr/>
          </p:nvSpPr>
          <p:spPr>
            <a:xfrm>
              <a:off x="3754065" y="2346271"/>
              <a:ext cx="1419843" cy="6213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10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Reasoning Model</a:t>
              </a:r>
              <a:endParaRPr/>
            </a:p>
          </p:txBody>
        </p:sp>
        <p:sp>
          <p:nvSpPr>
            <p:cNvPr id="151" name="Google Shape;151;p5"/>
            <p:cNvSpPr txBox="1"/>
            <p:nvPr/>
          </p:nvSpPr>
          <p:spPr>
            <a:xfrm>
              <a:off x="3542391" y="4771516"/>
              <a:ext cx="1830970" cy="6213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10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Instructions &amp;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10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Guardrails</a:t>
              </a:r>
              <a:endParaRPr/>
            </a:p>
          </p:txBody>
        </p:sp>
        <p:pic>
          <p:nvPicPr>
            <p:cNvPr id="152" name="Google Shape;152;p5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1996117" y="1040876"/>
              <a:ext cx="686601" cy="68660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3" name="Google Shape;153;p5"/>
            <p:cNvSpPr txBox="1"/>
            <p:nvPr/>
          </p:nvSpPr>
          <p:spPr>
            <a:xfrm>
              <a:off x="1517514" y="1751672"/>
              <a:ext cx="1634472" cy="57357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9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Past 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9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Simulations</a:t>
              </a:r>
              <a:endParaRPr/>
            </a:p>
          </p:txBody>
        </p:sp>
        <p:cxnSp>
          <p:nvCxnSpPr>
            <p:cNvPr id="154" name="Google Shape;154;p5"/>
            <p:cNvCxnSpPr/>
            <p:nvPr/>
          </p:nvCxnSpPr>
          <p:spPr>
            <a:xfrm rot="10800000" flipH="1">
              <a:off x="2917442" y="2473647"/>
              <a:ext cx="733616" cy="452729"/>
            </a:xfrm>
            <a:prstGeom prst="straightConnector1">
              <a:avLst/>
            </a:prstGeom>
            <a:noFill/>
            <a:ln w="25400" cap="rnd" cmpd="sng">
              <a:solidFill>
                <a:schemeClr val="dk1"/>
              </a:solidFill>
              <a:prstDash val="solid"/>
              <a:miter lim="800000"/>
              <a:headEnd type="none" w="sm" len="sm"/>
              <a:tailEnd type="stealth" w="med" len="med"/>
            </a:ln>
          </p:spPr>
        </p:cxnSp>
        <p:cxnSp>
          <p:nvCxnSpPr>
            <p:cNvPr id="155" name="Google Shape;155;p5"/>
            <p:cNvCxnSpPr/>
            <p:nvPr/>
          </p:nvCxnSpPr>
          <p:spPr>
            <a:xfrm>
              <a:off x="2917442" y="1787846"/>
              <a:ext cx="733616" cy="452729"/>
            </a:xfrm>
            <a:prstGeom prst="straightConnector1">
              <a:avLst/>
            </a:prstGeom>
            <a:noFill/>
            <a:ln w="25400" cap="rnd" cmpd="sng">
              <a:solidFill>
                <a:schemeClr val="dk1"/>
              </a:solidFill>
              <a:prstDash val="solid"/>
              <a:miter lim="800000"/>
              <a:headEnd type="none" w="sm" len="sm"/>
              <a:tailEnd type="stealth" w="med" len="med"/>
            </a:ln>
          </p:spPr>
        </p:cxnSp>
        <p:sp>
          <p:nvSpPr>
            <p:cNvPr id="156" name="Google Shape;156;p5"/>
            <p:cNvSpPr txBox="1"/>
            <p:nvPr/>
          </p:nvSpPr>
          <p:spPr>
            <a:xfrm>
              <a:off x="1507601" y="3358693"/>
              <a:ext cx="1634472" cy="57357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9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Prior 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9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Knowledge</a:t>
              </a:r>
              <a:endParaRPr/>
            </a:p>
          </p:txBody>
        </p:sp>
        <p:pic>
          <p:nvPicPr>
            <p:cNvPr id="157" name="Google Shape;157;p5"/>
            <p:cNvPicPr preferRelativeResize="0"/>
            <p:nvPr/>
          </p:nvPicPr>
          <p:blipFill rotWithShape="1">
            <a:blip r:embed="rId8">
              <a:alphaModFix/>
            </a:blip>
            <a:srcRect l="12256" t="8455" r="13012" b="8033"/>
            <a:stretch/>
          </p:blipFill>
          <p:spPr>
            <a:xfrm>
              <a:off x="2070565" y="2663543"/>
              <a:ext cx="559365" cy="62508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8" name="Google Shape;158;p5"/>
            <p:cNvSpPr/>
            <p:nvPr/>
          </p:nvSpPr>
          <p:spPr>
            <a:xfrm>
              <a:off x="5939380" y="1751350"/>
              <a:ext cx="600988" cy="277397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pic>
          <p:nvPicPr>
            <p:cNvPr id="159" name="Google Shape;159;p5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6540368" y="2473647"/>
              <a:ext cx="1040102" cy="104010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0" name="Google Shape;160;p5"/>
            <p:cNvSpPr/>
            <p:nvPr/>
          </p:nvSpPr>
          <p:spPr>
            <a:xfrm>
              <a:off x="6185246" y="1942863"/>
              <a:ext cx="1774352" cy="382380"/>
            </a:xfrm>
            <a:prstGeom prst="roundRect">
              <a:avLst>
                <a:gd name="adj" fmla="val 16667"/>
              </a:avLst>
            </a:prstGeom>
            <a:solidFill>
              <a:srgbClr val="DDEAF6"/>
            </a:solidFill>
            <a:ln w="12700" cap="flat" cmpd="sng">
              <a:solidFill>
                <a:srgbClr val="1C305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900" b="0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Client Selector</a:t>
              </a:r>
              <a:endParaRPr/>
            </a:p>
          </p:txBody>
        </p:sp>
      </p:grpSp>
      <p:grpSp>
        <p:nvGrpSpPr>
          <p:cNvPr id="161" name="Google Shape;161;p5"/>
          <p:cNvGrpSpPr/>
          <p:nvPr/>
        </p:nvGrpSpPr>
        <p:grpSpPr>
          <a:xfrm>
            <a:off x="482509" y="3748905"/>
            <a:ext cx="3777967" cy="2802333"/>
            <a:chOff x="1507601" y="1040876"/>
            <a:chExt cx="6428417" cy="4352009"/>
          </a:xfrm>
        </p:grpSpPr>
        <p:sp>
          <p:nvSpPr>
            <p:cNvPr id="162" name="Google Shape;162;p5"/>
            <p:cNvSpPr txBox="1"/>
            <p:nvPr/>
          </p:nvSpPr>
          <p:spPr>
            <a:xfrm>
              <a:off x="6350497" y="3618841"/>
              <a:ext cx="1419843" cy="3823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10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AI Agent</a:t>
              </a:r>
              <a:endParaRPr/>
            </a:p>
          </p:txBody>
        </p:sp>
        <p:sp>
          <p:nvSpPr>
            <p:cNvPr id="163" name="Google Shape;163;p5"/>
            <p:cNvSpPr/>
            <p:nvPr/>
          </p:nvSpPr>
          <p:spPr>
            <a:xfrm>
              <a:off x="5173908" y="1751351"/>
              <a:ext cx="770795" cy="277397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pic>
          <p:nvPicPr>
            <p:cNvPr id="164" name="Google Shape;164;p5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3940348" y="1298992"/>
              <a:ext cx="1047279" cy="104727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5" name="Google Shape;165;p5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4118704" y="3918358"/>
              <a:ext cx="814661" cy="81466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6" name="Google Shape;166;p5"/>
            <p:cNvSpPr txBox="1"/>
            <p:nvPr/>
          </p:nvSpPr>
          <p:spPr>
            <a:xfrm>
              <a:off x="3754065" y="2346271"/>
              <a:ext cx="1419843" cy="6213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10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Reasoning Model</a:t>
              </a:r>
              <a:endParaRPr/>
            </a:p>
          </p:txBody>
        </p:sp>
        <p:sp>
          <p:nvSpPr>
            <p:cNvPr id="167" name="Google Shape;167;p5"/>
            <p:cNvSpPr txBox="1"/>
            <p:nvPr/>
          </p:nvSpPr>
          <p:spPr>
            <a:xfrm>
              <a:off x="3542391" y="4771516"/>
              <a:ext cx="1830970" cy="6213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10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Instructions &amp;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10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Guardrails</a:t>
              </a:r>
              <a:endParaRPr/>
            </a:p>
          </p:txBody>
        </p:sp>
        <p:pic>
          <p:nvPicPr>
            <p:cNvPr id="168" name="Google Shape;168;p5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1996117" y="1040876"/>
              <a:ext cx="686601" cy="68660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9" name="Google Shape;169;p5"/>
            <p:cNvSpPr txBox="1"/>
            <p:nvPr/>
          </p:nvSpPr>
          <p:spPr>
            <a:xfrm>
              <a:off x="1517514" y="1751672"/>
              <a:ext cx="1634472" cy="57357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9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Past 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9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Simulations</a:t>
              </a:r>
              <a:endParaRPr/>
            </a:p>
          </p:txBody>
        </p:sp>
        <p:cxnSp>
          <p:nvCxnSpPr>
            <p:cNvPr id="170" name="Google Shape;170;p5"/>
            <p:cNvCxnSpPr/>
            <p:nvPr/>
          </p:nvCxnSpPr>
          <p:spPr>
            <a:xfrm rot="10800000" flipH="1">
              <a:off x="2917442" y="2473647"/>
              <a:ext cx="733616" cy="452729"/>
            </a:xfrm>
            <a:prstGeom prst="straightConnector1">
              <a:avLst/>
            </a:prstGeom>
            <a:noFill/>
            <a:ln w="25400" cap="rnd" cmpd="sng">
              <a:solidFill>
                <a:schemeClr val="dk1"/>
              </a:solidFill>
              <a:prstDash val="solid"/>
              <a:miter lim="800000"/>
              <a:headEnd type="none" w="sm" len="sm"/>
              <a:tailEnd type="stealth" w="med" len="med"/>
            </a:ln>
          </p:spPr>
        </p:cxnSp>
        <p:cxnSp>
          <p:nvCxnSpPr>
            <p:cNvPr id="171" name="Google Shape;171;p5"/>
            <p:cNvCxnSpPr/>
            <p:nvPr/>
          </p:nvCxnSpPr>
          <p:spPr>
            <a:xfrm>
              <a:off x="2917442" y="1787846"/>
              <a:ext cx="733616" cy="452729"/>
            </a:xfrm>
            <a:prstGeom prst="straightConnector1">
              <a:avLst/>
            </a:prstGeom>
            <a:noFill/>
            <a:ln w="25400" cap="rnd" cmpd="sng">
              <a:solidFill>
                <a:schemeClr val="dk1"/>
              </a:solidFill>
              <a:prstDash val="solid"/>
              <a:miter lim="800000"/>
              <a:headEnd type="none" w="sm" len="sm"/>
              <a:tailEnd type="stealth" w="med" len="med"/>
            </a:ln>
          </p:spPr>
        </p:cxnSp>
        <p:sp>
          <p:nvSpPr>
            <p:cNvPr id="172" name="Google Shape;172;p5"/>
            <p:cNvSpPr txBox="1"/>
            <p:nvPr/>
          </p:nvSpPr>
          <p:spPr>
            <a:xfrm>
              <a:off x="1507601" y="3358693"/>
              <a:ext cx="1634472" cy="57357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9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Prior 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9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Knowledge</a:t>
              </a:r>
              <a:endParaRPr/>
            </a:p>
          </p:txBody>
        </p:sp>
        <p:pic>
          <p:nvPicPr>
            <p:cNvPr id="173" name="Google Shape;173;p5"/>
            <p:cNvPicPr preferRelativeResize="0"/>
            <p:nvPr/>
          </p:nvPicPr>
          <p:blipFill rotWithShape="1">
            <a:blip r:embed="rId8">
              <a:alphaModFix/>
            </a:blip>
            <a:srcRect l="12256" t="8455" r="13012" b="8033"/>
            <a:stretch/>
          </p:blipFill>
          <p:spPr>
            <a:xfrm>
              <a:off x="2070565" y="2663543"/>
              <a:ext cx="559365" cy="62508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4" name="Google Shape;174;p5"/>
            <p:cNvSpPr/>
            <p:nvPr/>
          </p:nvSpPr>
          <p:spPr>
            <a:xfrm>
              <a:off x="5939380" y="1751350"/>
              <a:ext cx="600988" cy="277397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pic>
          <p:nvPicPr>
            <p:cNvPr id="175" name="Google Shape;175;p5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6540368" y="2473647"/>
              <a:ext cx="1040102" cy="104010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6" name="Google Shape;176;p5"/>
            <p:cNvSpPr/>
            <p:nvPr/>
          </p:nvSpPr>
          <p:spPr>
            <a:xfrm>
              <a:off x="6161666" y="4044856"/>
              <a:ext cx="1774352" cy="382380"/>
            </a:xfrm>
            <a:prstGeom prst="roundRect">
              <a:avLst>
                <a:gd name="adj" fmla="val 16667"/>
              </a:avLst>
            </a:prstGeom>
            <a:solidFill>
              <a:srgbClr val="E1EFD8"/>
            </a:solidFill>
            <a:ln w="12700" cap="flat" cmpd="sng">
              <a:solidFill>
                <a:srgbClr val="1C305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900" b="0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Client Cluster</a:t>
              </a:r>
              <a:endParaRPr/>
            </a:p>
          </p:txBody>
        </p:sp>
      </p:grpSp>
      <p:sp>
        <p:nvSpPr>
          <p:cNvPr id="177" name="Google Shape;177;p5"/>
          <p:cNvSpPr txBox="1"/>
          <p:nvPr/>
        </p:nvSpPr>
        <p:spPr>
          <a:xfrm>
            <a:off x="3012659" y="3416601"/>
            <a:ext cx="141984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6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….</a:t>
            </a:r>
            <a:endParaRPr/>
          </a:p>
        </p:txBody>
      </p:sp>
      <p:pic>
        <p:nvPicPr>
          <p:cNvPr id="178" name="Google Shape;178;p5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9785079" y="3068038"/>
            <a:ext cx="830620" cy="8306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3" name="Google Shape;183;p6"/>
          <p:cNvGrpSpPr/>
          <p:nvPr/>
        </p:nvGrpSpPr>
        <p:grpSpPr>
          <a:xfrm>
            <a:off x="1507601" y="1040877"/>
            <a:ext cx="3791825" cy="2802333"/>
            <a:chOff x="1507601" y="1040876"/>
            <a:chExt cx="6451997" cy="4352009"/>
          </a:xfrm>
        </p:grpSpPr>
        <p:sp>
          <p:nvSpPr>
            <p:cNvPr id="184" name="Google Shape;184;p6"/>
            <p:cNvSpPr txBox="1"/>
            <p:nvPr/>
          </p:nvSpPr>
          <p:spPr>
            <a:xfrm>
              <a:off x="6350497" y="3618841"/>
              <a:ext cx="1419843" cy="3823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10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AI Agent</a:t>
              </a:r>
              <a:endParaRPr/>
            </a:p>
          </p:txBody>
        </p:sp>
        <p:sp>
          <p:nvSpPr>
            <p:cNvPr id="185" name="Google Shape;185;p6"/>
            <p:cNvSpPr/>
            <p:nvPr/>
          </p:nvSpPr>
          <p:spPr>
            <a:xfrm>
              <a:off x="5173908" y="1751351"/>
              <a:ext cx="770795" cy="277397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pic>
          <p:nvPicPr>
            <p:cNvPr id="186" name="Google Shape;186;p6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940348" y="1298992"/>
              <a:ext cx="1047279" cy="104727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7" name="Google Shape;187;p6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4118704" y="3918358"/>
              <a:ext cx="814661" cy="81466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88" name="Google Shape;188;p6"/>
            <p:cNvSpPr txBox="1"/>
            <p:nvPr/>
          </p:nvSpPr>
          <p:spPr>
            <a:xfrm>
              <a:off x="3754065" y="2346271"/>
              <a:ext cx="1419843" cy="6213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10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Reasoning Model</a:t>
              </a:r>
              <a:endParaRPr/>
            </a:p>
          </p:txBody>
        </p:sp>
        <p:sp>
          <p:nvSpPr>
            <p:cNvPr id="189" name="Google Shape;189;p6"/>
            <p:cNvSpPr txBox="1"/>
            <p:nvPr/>
          </p:nvSpPr>
          <p:spPr>
            <a:xfrm>
              <a:off x="3542391" y="4771516"/>
              <a:ext cx="1830970" cy="6213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10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Instructions &amp;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10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Guardrails</a:t>
              </a:r>
              <a:endParaRPr/>
            </a:p>
          </p:txBody>
        </p:sp>
        <p:pic>
          <p:nvPicPr>
            <p:cNvPr id="190" name="Google Shape;190;p6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1996117" y="1040876"/>
              <a:ext cx="686601" cy="68660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91" name="Google Shape;191;p6"/>
            <p:cNvSpPr txBox="1"/>
            <p:nvPr/>
          </p:nvSpPr>
          <p:spPr>
            <a:xfrm>
              <a:off x="1517514" y="1751672"/>
              <a:ext cx="1634472" cy="57357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9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Past 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9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Simulations</a:t>
              </a:r>
              <a:endParaRPr/>
            </a:p>
          </p:txBody>
        </p:sp>
        <p:cxnSp>
          <p:nvCxnSpPr>
            <p:cNvPr id="192" name="Google Shape;192;p6"/>
            <p:cNvCxnSpPr/>
            <p:nvPr/>
          </p:nvCxnSpPr>
          <p:spPr>
            <a:xfrm rot="10800000" flipH="1">
              <a:off x="2917442" y="2473647"/>
              <a:ext cx="733616" cy="452729"/>
            </a:xfrm>
            <a:prstGeom prst="straightConnector1">
              <a:avLst/>
            </a:prstGeom>
            <a:noFill/>
            <a:ln w="25400" cap="rnd" cmpd="sng">
              <a:solidFill>
                <a:schemeClr val="dk1"/>
              </a:solidFill>
              <a:prstDash val="solid"/>
              <a:miter lim="800000"/>
              <a:headEnd type="none" w="sm" len="sm"/>
              <a:tailEnd type="stealth" w="med" len="med"/>
            </a:ln>
          </p:spPr>
        </p:cxnSp>
        <p:cxnSp>
          <p:nvCxnSpPr>
            <p:cNvPr id="193" name="Google Shape;193;p6"/>
            <p:cNvCxnSpPr/>
            <p:nvPr/>
          </p:nvCxnSpPr>
          <p:spPr>
            <a:xfrm>
              <a:off x="2917442" y="1787846"/>
              <a:ext cx="733616" cy="452729"/>
            </a:xfrm>
            <a:prstGeom prst="straightConnector1">
              <a:avLst/>
            </a:prstGeom>
            <a:noFill/>
            <a:ln w="25400" cap="rnd" cmpd="sng">
              <a:solidFill>
                <a:schemeClr val="dk1"/>
              </a:solidFill>
              <a:prstDash val="solid"/>
              <a:miter lim="800000"/>
              <a:headEnd type="none" w="sm" len="sm"/>
              <a:tailEnd type="stealth" w="med" len="med"/>
            </a:ln>
          </p:spPr>
        </p:cxnSp>
        <p:sp>
          <p:nvSpPr>
            <p:cNvPr id="194" name="Google Shape;194;p6"/>
            <p:cNvSpPr txBox="1"/>
            <p:nvPr/>
          </p:nvSpPr>
          <p:spPr>
            <a:xfrm>
              <a:off x="1507601" y="3358693"/>
              <a:ext cx="1634472" cy="57357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9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Prior 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9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Knowledge</a:t>
              </a:r>
              <a:endParaRPr/>
            </a:p>
          </p:txBody>
        </p:sp>
        <p:pic>
          <p:nvPicPr>
            <p:cNvPr id="195" name="Google Shape;195;p6"/>
            <p:cNvPicPr preferRelativeResize="0"/>
            <p:nvPr/>
          </p:nvPicPr>
          <p:blipFill rotWithShape="1">
            <a:blip r:embed="rId6">
              <a:alphaModFix/>
            </a:blip>
            <a:srcRect l="12256" t="8455" r="13012" b="8033"/>
            <a:stretch/>
          </p:blipFill>
          <p:spPr>
            <a:xfrm>
              <a:off x="2070565" y="2663543"/>
              <a:ext cx="559365" cy="62508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96" name="Google Shape;196;p6"/>
            <p:cNvSpPr/>
            <p:nvPr/>
          </p:nvSpPr>
          <p:spPr>
            <a:xfrm>
              <a:off x="5939380" y="1751350"/>
              <a:ext cx="600988" cy="277397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pic>
          <p:nvPicPr>
            <p:cNvPr id="197" name="Google Shape;197;p6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6540368" y="2473647"/>
              <a:ext cx="1040102" cy="104010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98" name="Google Shape;198;p6"/>
            <p:cNvSpPr/>
            <p:nvPr/>
          </p:nvSpPr>
          <p:spPr>
            <a:xfrm>
              <a:off x="6185246" y="1942863"/>
              <a:ext cx="1774352" cy="382380"/>
            </a:xfrm>
            <a:prstGeom prst="roundRect">
              <a:avLst>
                <a:gd name="adj" fmla="val 16667"/>
              </a:avLst>
            </a:prstGeom>
            <a:solidFill>
              <a:srgbClr val="DDEAF6"/>
            </a:solidFill>
            <a:ln w="12700" cap="flat" cmpd="sng">
              <a:solidFill>
                <a:srgbClr val="1C305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900" b="0" i="0" u="none" strike="noStrike" cap="none" dirty="0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Client Selector</a:t>
              </a:r>
              <a:endParaRPr dirty="0"/>
            </a:p>
          </p:txBody>
        </p:sp>
      </p:grpSp>
      <p:grpSp>
        <p:nvGrpSpPr>
          <p:cNvPr id="199" name="Google Shape;199;p6"/>
          <p:cNvGrpSpPr/>
          <p:nvPr/>
        </p:nvGrpSpPr>
        <p:grpSpPr>
          <a:xfrm>
            <a:off x="6347748" y="3443100"/>
            <a:ext cx="3791825" cy="2802333"/>
            <a:chOff x="1507601" y="1040876"/>
            <a:chExt cx="6451997" cy="4352009"/>
          </a:xfrm>
        </p:grpSpPr>
        <p:sp>
          <p:nvSpPr>
            <p:cNvPr id="200" name="Google Shape;200;p6"/>
            <p:cNvSpPr txBox="1"/>
            <p:nvPr/>
          </p:nvSpPr>
          <p:spPr>
            <a:xfrm>
              <a:off x="6350497" y="3618841"/>
              <a:ext cx="1419843" cy="3823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10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AI Agent</a:t>
              </a:r>
              <a:endParaRPr/>
            </a:p>
          </p:txBody>
        </p:sp>
        <p:sp>
          <p:nvSpPr>
            <p:cNvPr id="201" name="Google Shape;201;p6"/>
            <p:cNvSpPr/>
            <p:nvPr/>
          </p:nvSpPr>
          <p:spPr>
            <a:xfrm>
              <a:off x="5173908" y="1751351"/>
              <a:ext cx="770795" cy="277397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pic>
          <p:nvPicPr>
            <p:cNvPr id="202" name="Google Shape;202;p6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940348" y="1298992"/>
              <a:ext cx="1047279" cy="104727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3" name="Google Shape;203;p6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4118704" y="3918358"/>
              <a:ext cx="814661" cy="81466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04" name="Google Shape;204;p6"/>
            <p:cNvSpPr txBox="1"/>
            <p:nvPr/>
          </p:nvSpPr>
          <p:spPr>
            <a:xfrm>
              <a:off x="3754065" y="2346271"/>
              <a:ext cx="1419843" cy="6213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10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Reasoning Model</a:t>
              </a:r>
              <a:endParaRPr/>
            </a:p>
          </p:txBody>
        </p:sp>
        <p:sp>
          <p:nvSpPr>
            <p:cNvPr id="205" name="Google Shape;205;p6"/>
            <p:cNvSpPr txBox="1"/>
            <p:nvPr/>
          </p:nvSpPr>
          <p:spPr>
            <a:xfrm>
              <a:off x="3542391" y="4771516"/>
              <a:ext cx="1830970" cy="6213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10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Instructions &amp;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10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Guardrails</a:t>
              </a:r>
              <a:endParaRPr/>
            </a:p>
          </p:txBody>
        </p:sp>
        <p:pic>
          <p:nvPicPr>
            <p:cNvPr id="206" name="Google Shape;206;p6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1996117" y="1040876"/>
              <a:ext cx="686601" cy="68660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07" name="Google Shape;207;p6"/>
            <p:cNvSpPr txBox="1"/>
            <p:nvPr/>
          </p:nvSpPr>
          <p:spPr>
            <a:xfrm>
              <a:off x="1517514" y="1751672"/>
              <a:ext cx="1634472" cy="57357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9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Past 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9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Simulations</a:t>
              </a:r>
              <a:endParaRPr/>
            </a:p>
          </p:txBody>
        </p:sp>
        <p:cxnSp>
          <p:nvCxnSpPr>
            <p:cNvPr id="208" name="Google Shape;208;p6"/>
            <p:cNvCxnSpPr/>
            <p:nvPr/>
          </p:nvCxnSpPr>
          <p:spPr>
            <a:xfrm rot="10800000" flipH="1">
              <a:off x="2917442" y="2473647"/>
              <a:ext cx="733616" cy="452729"/>
            </a:xfrm>
            <a:prstGeom prst="straightConnector1">
              <a:avLst/>
            </a:prstGeom>
            <a:noFill/>
            <a:ln w="25400" cap="rnd" cmpd="sng">
              <a:solidFill>
                <a:schemeClr val="dk1"/>
              </a:solidFill>
              <a:prstDash val="solid"/>
              <a:miter lim="800000"/>
              <a:headEnd type="none" w="sm" len="sm"/>
              <a:tailEnd type="stealth" w="med" len="med"/>
            </a:ln>
          </p:spPr>
        </p:cxnSp>
        <p:cxnSp>
          <p:nvCxnSpPr>
            <p:cNvPr id="209" name="Google Shape;209;p6"/>
            <p:cNvCxnSpPr/>
            <p:nvPr/>
          </p:nvCxnSpPr>
          <p:spPr>
            <a:xfrm>
              <a:off x="2917442" y="1787846"/>
              <a:ext cx="733616" cy="452729"/>
            </a:xfrm>
            <a:prstGeom prst="straightConnector1">
              <a:avLst/>
            </a:prstGeom>
            <a:noFill/>
            <a:ln w="25400" cap="rnd" cmpd="sng">
              <a:solidFill>
                <a:schemeClr val="dk1"/>
              </a:solidFill>
              <a:prstDash val="solid"/>
              <a:miter lim="800000"/>
              <a:headEnd type="none" w="sm" len="sm"/>
              <a:tailEnd type="stealth" w="med" len="med"/>
            </a:ln>
          </p:spPr>
        </p:cxnSp>
        <p:sp>
          <p:nvSpPr>
            <p:cNvPr id="210" name="Google Shape;210;p6"/>
            <p:cNvSpPr txBox="1"/>
            <p:nvPr/>
          </p:nvSpPr>
          <p:spPr>
            <a:xfrm>
              <a:off x="1507601" y="3358693"/>
              <a:ext cx="1634472" cy="57357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9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Prior 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9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Knowledge</a:t>
              </a:r>
              <a:endParaRPr/>
            </a:p>
          </p:txBody>
        </p:sp>
        <p:pic>
          <p:nvPicPr>
            <p:cNvPr id="211" name="Google Shape;211;p6"/>
            <p:cNvPicPr preferRelativeResize="0"/>
            <p:nvPr/>
          </p:nvPicPr>
          <p:blipFill rotWithShape="1">
            <a:blip r:embed="rId6">
              <a:alphaModFix/>
            </a:blip>
            <a:srcRect l="12256" t="8455" r="13012" b="8033"/>
            <a:stretch/>
          </p:blipFill>
          <p:spPr>
            <a:xfrm>
              <a:off x="2070565" y="2663543"/>
              <a:ext cx="559365" cy="62508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12" name="Google Shape;212;p6"/>
            <p:cNvSpPr/>
            <p:nvPr/>
          </p:nvSpPr>
          <p:spPr>
            <a:xfrm>
              <a:off x="5939380" y="1751350"/>
              <a:ext cx="600988" cy="277397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pic>
          <p:nvPicPr>
            <p:cNvPr id="213" name="Google Shape;213;p6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6540368" y="2473647"/>
              <a:ext cx="1040102" cy="104010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14" name="Google Shape;214;p6"/>
            <p:cNvSpPr/>
            <p:nvPr/>
          </p:nvSpPr>
          <p:spPr>
            <a:xfrm>
              <a:off x="6185246" y="1942863"/>
              <a:ext cx="1774352" cy="382380"/>
            </a:xfrm>
            <a:prstGeom prst="roundRect">
              <a:avLst>
                <a:gd name="adj" fmla="val 16667"/>
              </a:avLst>
            </a:prstGeom>
            <a:solidFill>
              <a:srgbClr val="E1EFD8"/>
            </a:solidFill>
            <a:ln w="12700" cap="flat" cmpd="sng">
              <a:solidFill>
                <a:srgbClr val="1C305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900" b="0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Client Cluster</a:t>
              </a:r>
              <a:endParaRPr/>
            </a:p>
          </p:txBody>
        </p:sp>
      </p:grpSp>
      <p:sp>
        <p:nvSpPr>
          <p:cNvPr id="2" name="Google Shape;198;p6">
            <a:extLst>
              <a:ext uri="{FF2B5EF4-FFF2-40B4-BE49-F238E27FC236}">
                <a16:creationId xmlns:a16="http://schemas.microsoft.com/office/drawing/2014/main" id="{37057252-605D-892E-14C0-A24FA1D42F71}"/>
              </a:ext>
            </a:extLst>
          </p:cNvPr>
          <p:cNvSpPr/>
          <p:nvPr/>
        </p:nvSpPr>
        <p:spPr>
          <a:xfrm>
            <a:off x="4366882" y="4502024"/>
            <a:ext cx="1042783" cy="246221"/>
          </a:xfrm>
          <a:prstGeom prst="roundRect">
            <a:avLst>
              <a:gd name="adj" fmla="val 16667"/>
            </a:avLst>
          </a:prstGeom>
          <a:solidFill>
            <a:srgbClr val="DDEAF6"/>
          </a:solidFill>
          <a:ln w="12700" cap="flat" cmpd="sng">
            <a:solidFill>
              <a:srgbClr val="1C305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900" b="0" i="0" u="none" strike="noStrike" cap="none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Client Selector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3934" y="948930"/>
            <a:ext cx="539068" cy="539068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396818" y="1830113"/>
            <a:ext cx="609600" cy="609600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7"/>
          <p:cNvSpPr txBox="1"/>
          <p:nvPr/>
        </p:nvSpPr>
        <p:spPr>
          <a:xfrm>
            <a:off x="1884382" y="2444722"/>
            <a:ext cx="1634472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Coordinator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Agent</a:t>
            </a:r>
            <a:endParaRPr/>
          </a:p>
        </p:txBody>
      </p:sp>
      <p:sp>
        <p:nvSpPr>
          <p:cNvPr id="222" name="Google Shape;222;p7"/>
          <p:cNvSpPr txBox="1"/>
          <p:nvPr/>
        </p:nvSpPr>
        <p:spPr>
          <a:xfrm>
            <a:off x="-183768" y="1512925"/>
            <a:ext cx="163447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Agent</a:t>
            </a:r>
            <a:endParaRPr/>
          </a:p>
        </p:txBody>
      </p:sp>
      <p:pic>
        <p:nvPicPr>
          <p:cNvPr id="223" name="Google Shape;223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3934" y="2009367"/>
            <a:ext cx="539068" cy="539068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7"/>
          <p:cNvSpPr txBox="1"/>
          <p:nvPr/>
        </p:nvSpPr>
        <p:spPr>
          <a:xfrm>
            <a:off x="-183768" y="2573362"/>
            <a:ext cx="163447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Agent</a:t>
            </a:r>
            <a:endParaRPr/>
          </a:p>
        </p:txBody>
      </p:sp>
      <p:pic>
        <p:nvPicPr>
          <p:cNvPr id="225" name="Google Shape;225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3934" y="3069804"/>
            <a:ext cx="539068" cy="539068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7"/>
          <p:cNvSpPr txBox="1"/>
          <p:nvPr/>
        </p:nvSpPr>
        <p:spPr>
          <a:xfrm>
            <a:off x="-183768" y="3633799"/>
            <a:ext cx="163447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Agent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27" name="Google Shape;227;p7"/>
          <p:cNvCxnSpPr/>
          <p:nvPr/>
        </p:nvCxnSpPr>
        <p:spPr>
          <a:xfrm>
            <a:off x="1130702" y="1367186"/>
            <a:ext cx="909928" cy="605834"/>
          </a:xfrm>
          <a:prstGeom prst="straightConnector1">
            <a:avLst/>
          </a:prstGeom>
          <a:noFill/>
          <a:ln w="12700" cap="rnd" cmpd="sng">
            <a:solidFill>
              <a:schemeClr val="dk1"/>
            </a:solidFill>
            <a:prstDash val="solid"/>
            <a:miter lim="800000"/>
            <a:headEnd type="none" w="sm" len="sm"/>
            <a:tailEnd type="stealth" w="med" len="med"/>
          </a:ln>
        </p:spPr>
      </p:cxnSp>
      <p:cxnSp>
        <p:nvCxnSpPr>
          <p:cNvPr id="228" name="Google Shape;228;p7"/>
          <p:cNvCxnSpPr/>
          <p:nvPr/>
        </p:nvCxnSpPr>
        <p:spPr>
          <a:xfrm>
            <a:off x="1040963" y="2463576"/>
            <a:ext cx="1007416" cy="0"/>
          </a:xfrm>
          <a:prstGeom prst="straightConnector1">
            <a:avLst/>
          </a:prstGeom>
          <a:noFill/>
          <a:ln w="12700" cap="rnd" cmpd="sng">
            <a:solidFill>
              <a:schemeClr val="dk1"/>
            </a:solidFill>
            <a:prstDash val="solid"/>
            <a:miter lim="800000"/>
            <a:headEnd type="none" w="sm" len="sm"/>
            <a:tailEnd type="stealth" w="med" len="med"/>
          </a:ln>
        </p:spPr>
      </p:cxnSp>
      <p:cxnSp>
        <p:nvCxnSpPr>
          <p:cNvPr id="229" name="Google Shape;229;p7"/>
          <p:cNvCxnSpPr/>
          <p:nvPr/>
        </p:nvCxnSpPr>
        <p:spPr>
          <a:xfrm rot="10800000" flipH="1">
            <a:off x="1151053" y="2886609"/>
            <a:ext cx="905075" cy="565836"/>
          </a:xfrm>
          <a:prstGeom prst="straightConnector1">
            <a:avLst/>
          </a:prstGeom>
          <a:noFill/>
          <a:ln w="12700" cap="rnd" cmpd="sng">
            <a:solidFill>
              <a:schemeClr val="dk1"/>
            </a:solidFill>
            <a:prstDash val="solid"/>
            <a:miter lim="800000"/>
            <a:headEnd type="none" w="sm" len="sm"/>
            <a:tailEnd type="stealth" w="med" len="med"/>
          </a:ln>
        </p:spPr>
      </p:cxnSp>
      <p:cxnSp>
        <p:nvCxnSpPr>
          <p:cNvPr id="230" name="Google Shape;230;p7"/>
          <p:cNvCxnSpPr/>
          <p:nvPr/>
        </p:nvCxnSpPr>
        <p:spPr>
          <a:xfrm>
            <a:off x="3304148" y="2534806"/>
            <a:ext cx="750754" cy="0"/>
          </a:xfrm>
          <a:prstGeom prst="straightConnector1">
            <a:avLst/>
          </a:prstGeom>
          <a:noFill/>
          <a:ln w="12700" cap="rnd" cmpd="sng">
            <a:solidFill>
              <a:schemeClr val="dk1"/>
            </a:solidFill>
            <a:prstDash val="solid"/>
            <a:miter lim="800000"/>
            <a:headEnd type="none" w="sm" len="sm"/>
            <a:tailEnd type="stealth" w="med" len="med"/>
          </a:ln>
        </p:spPr>
      </p:cxnSp>
      <p:cxnSp>
        <p:nvCxnSpPr>
          <p:cNvPr id="231" name="Google Shape;231;p7"/>
          <p:cNvCxnSpPr/>
          <p:nvPr/>
        </p:nvCxnSpPr>
        <p:spPr>
          <a:xfrm rot="10800000">
            <a:off x="3304148" y="2347730"/>
            <a:ext cx="701940" cy="0"/>
          </a:xfrm>
          <a:prstGeom prst="straightConnector1">
            <a:avLst/>
          </a:prstGeom>
          <a:noFill/>
          <a:ln w="12700" cap="rnd" cmpd="sng">
            <a:solidFill>
              <a:schemeClr val="dk1"/>
            </a:solidFill>
            <a:prstDash val="solid"/>
            <a:miter lim="800000"/>
            <a:headEnd type="none" w="sm" len="sm"/>
            <a:tailEnd type="stealth" w="med" len="med"/>
          </a:ln>
        </p:spPr>
      </p:cxnSp>
      <p:sp>
        <p:nvSpPr>
          <p:cNvPr id="232" name="Google Shape;232;p7"/>
          <p:cNvSpPr txBox="1"/>
          <p:nvPr/>
        </p:nvSpPr>
        <p:spPr>
          <a:xfrm>
            <a:off x="801193" y="2230918"/>
            <a:ext cx="1634472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Submit vote</a:t>
            </a:r>
            <a:endParaRPr/>
          </a:p>
        </p:txBody>
      </p:sp>
      <p:sp>
        <p:nvSpPr>
          <p:cNvPr id="233" name="Google Shape;233;p7"/>
          <p:cNvSpPr txBox="1"/>
          <p:nvPr/>
        </p:nvSpPr>
        <p:spPr>
          <a:xfrm>
            <a:off x="2837882" y="2564338"/>
            <a:ext cx="1634472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Result</a:t>
            </a:r>
            <a:endParaRPr/>
          </a:p>
        </p:txBody>
      </p:sp>
      <p:sp>
        <p:nvSpPr>
          <p:cNvPr id="234" name="Google Shape;234;p7"/>
          <p:cNvSpPr txBox="1"/>
          <p:nvPr/>
        </p:nvSpPr>
        <p:spPr>
          <a:xfrm>
            <a:off x="2862289" y="2035988"/>
            <a:ext cx="1634472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Prompt</a:t>
            </a:r>
            <a:endParaRPr/>
          </a:p>
        </p:txBody>
      </p:sp>
      <p:pic>
        <p:nvPicPr>
          <p:cNvPr id="235" name="Google Shape;235;p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234281" y="1954524"/>
            <a:ext cx="635000" cy="635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7"/>
          <p:cNvSpPr txBox="1"/>
          <p:nvPr/>
        </p:nvSpPr>
        <p:spPr>
          <a:xfrm>
            <a:off x="3745178" y="2546452"/>
            <a:ext cx="163447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Tool</a:t>
            </a:r>
            <a:endParaRPr/>
          </a:p>
        </p:txBody>
      </p:sp>
      <p:pic>
        <p:nvPicPr>
          <p:cNvPr id="237" name="Google Shape;237;p7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540130" y="2824541"/>
            <a:ext cx="261610" cy="26161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7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549344" y="1775549"/>
            <a:ext cx="279824" cy="279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7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993184" y="2212467"/>
            <a:ext cx="245008" cy="245008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7"/>
          <p:cNvSpPr txBox="1"/>
          <p:nvPr/>
        </p:nvSpPr>
        <p:spPr>
          <a:xfrm rot="-1953989">
            <a:off x="781878" y="2917240"/>
            <a:ext cx="1634472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Submit vote</a:t>
            </a:r>
            <a:endParaRPr/>
          </a:p>
        </p:txBody>
      </p:sp>
      <p:pic>
        <p:nvPicPr>
          <p:cNvPr id="241" name="Google Shape;241;p7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 rot="-2033755">
            <a:off x="1028549" y="3165408"/>
            <a:ext cx="245008" cy="245008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7"/>
          <p:cNvSpPr txBox="1"/>
          <p:nvPr/>
        </p:nvSpPr>
        <p:spPr>
          <a:xfrm rot="2033710">
            <a:off x="856440" y="1491688"/>
            <a:ext cx="1634472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Submit vote</a:t>
            </a:r>
            <a:endParaRPr/>
          </a:p>
        </p:txBody>
      </p:sp>
      <p:pic>
        <p:nvPicPr>
          <p:cNvPr id="243" name="Google Shape;243;p7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 rot="2205567">
            <a:off x="1168550" y="1175599"/>
            <a:ext cx="245008" cy="245008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90642" y="4400710"/>
            <a:ext cx="449627" cy="449627"/>
          </a:xfrm>
          <a:prstGeom prst="rect">
            <a:avLst/>
          </a:prstGeom>
          <a:noFill/>
          <a:ln>
            <a:noFill/>
          </a:ln>
        </p:spPr>
      </p:pic>
      <p:sp>
        <p:nvSpPr>
          <p:cNvPr id="245" name="Google Shape;245;p7"/>
          <p:cNvSpPr txBox="1"/>
          <p:nvPr/>
        </p:nvSpPr>
        <p:spPr>
          <a:xfrm>
            <a:off x="1118797" y="4843261"/>
            <a:ext cx="163447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Agent 1</a:t>
            </a:r>
            <a:endParaRPr/>
          </a:p>
        </p:txBody>
      </p:sp>
      <p:sp>
        <p:nvSpPr>
          <p:cNvPr id="246" name="Google Shape;246;p7"/>
          <p:cNvSpPr txBox="1"/>
          <p:nvPr/>
        </p:nvSpPr>
        <p:spPr>
          <a:xfrm>
            <a:off x="2649498" y="4843261"/>
            <a:ext cx="163447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Agent 2</a:t>
            </a:r>
            <a:endParaRPr/>
          </a:p>
        </p:txBody>
      </p:sp>
      <p:sp>
        <p:nvSpPr>
          <p:cNvPr id="247" name="Google Shape;247;p7"/>
          <p:cNvSpPr txBox="1"/>
          <p:nvPr/>
        </p:nvSpPr>
        <p:spPr>
          <a:xfrm>
            <a:off x="1889657" y="6148381"/>
            <a:ext cx="163447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Agent n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48" name="Google Shape;248;p7"/>
          <p:cNvCxnSpPr/>
          <p:nvPr/>
        </p:nvCxnSpPr>
        <p:spPr>
          <a:xfrm>
            <a:off x="4046853" y="5459909"/>
            <a:ext cx="750754" cy="0"/>
          </a:xfrm>
          <a:prstGeom prst="straightConnector1">
            <a:avLst/>
          </a:prstGeom>
          <a:noFill/>
          <a:ln w="12700" cap="rnd" cmpd="sng">
            <a:solidFill>
              <a:schemeClr val="dk1"/>
            </a:solidFill>
            <a:prstDash val="solid"/>
            <a:miter lim="800000"/>
            <a:headEnd type="none" w="sm" len="sm"/>
            <a:tailEnd type="stealth" w="med" len="med"/>
          </a:ln>
        </p:spPr>
      </p:cxnSp>
      <p:cxnSp>
        <p:nvCxnSpPr>
          <p:cNvPr id="249" name="Google Shape;249;p7"/>
          <p:cNvCxnSpPr/>
          <p:nvPr/>
        </p:nvCxnSpPr>
        <p:spPr>
          <a:xfrm rot="10800000">
            <a:off x="4046853" y="5272833"/>
            <a:ext cx="701940" cy="0"/>
          </a:xfrm>
          <a:prstGeom prst="straightConnector1">
            <a:avLst/>
          </a:prstGeom>
          <a:noFill/>
          <a:ln w="12700" cap="rnd" cmpd="sng">
            <a:solidFill>
              <a:schemeClr val="dk1"/>
            </a:solidFill>
            <a:prstDash val="solid"/>
            <a:miter lim="800000"/>
            <a:headEnd type="none" w="sm" len="sm"/>
            <a:tailEnd type="stealth" w="med" len="med"/>
          </a:ln>
        </p:spPr>
      </p:cxnSp>
      <p:sp>
        <p:nvSpPr>
          <p:cNvPr id="250" name="Google Shape;250;p7"/>
          <p:cNvSpPr txBox="1"/>
          <p:nvPr/>
        </p:nvSpPr>
        <p:spPr>
          <a:xfrm>
            <a:off x="3580587" y="5489441"/>
            <a:ext cx="1634472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Result</a:t>
            </a:r>
            <a:endParaRPr/>
          </a:p>
        </p:txBody>
      </p:sp>
      <p:sp>
        <p:nvSpPr>
          <p:cNvPr id="251" name="Google Shape;251;p7"/>
          <p:cNvSpPr txBox="1"/>
          <p:nvPr/>
        </p:nvSpPr>
        <p:spPr>
          <a:xfrm>
            <a:off x="3604994" y="4961091"/>
            <a:ext cx="1634472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Prompt</a:t>
            </a:r>
            <a:endParaRPr/>
          </a:p>
        </p:txBody>
      </p:sp>
      <p:pic>
        <p:nvPicPr>
          <p:cNvPr id="252" name="Google Shape;252;p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876729" y="4902915"/>
            <a:ext cx="635000" cy="63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p7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292049" y="4700652"/>
            <a:ext cx="279824" cy="27982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4" name="Google Shape;254;p7"/>
          <p:cNvGrpSpPr/>
          <p:nvPr/>
        </p:nvGrpSpPr>
        <p:grpSpPr>
          <a:xfrm rot="3073150">
            <a:off x="1791858" y="5427203"/>
            <a:ext cx="578240" cy="187076"/>
            <a:chOff x="619241" y="2178955"/>
            <a:chExt cx="578240" cy="187076"/>
          </a:xfrm>
        </p:grpSpPr>
        <p:cxnSp>
          <p:nvCxnSpPr>
            <p:cNvPr id="255" name="Google Shape;255;p7"/>
            <p:cNvCxnSpPr/>
            <p:nvPr/>
          </p:nvCxnSpPr>
          <p:spPr>
            <a:xfrm>
              <a:off x="629874" y="2366031"/>
              <a:ext cx="567607" cy="0"/>
            </a:xfrm>
            <a:prstGeom prst="straightConnector1">
              <a:avLst/>
            </a:prstGeom>
            <a:noFill/>
            <a:ln w="12700" cap="rnd" cmpd="sng">
              <a:solidFill>
                <a:schemeClr val="dk1"/>
              </a:solidFill>
              <a:prstDash val="solid"/>
              <a:miter lim="800000"/>
              <a:headEnd type="none" w="sm" len="sm"/>
              <a:tailEnd type="stealth" w="med" len="med"/>
            </a:ln>
          </p:spPr>
        </p:cxnSp>
        <p:cxnSp>
          <p:nvCxnSpPr>
            <p:cNvPr id="256" name="Google Shape;256;p7"/>
            <p:cNvCxnSpPr/>
            <p:nvPr/>
          </p:nvCxnSpPr>
          <p:spPr>
            <a:xfrm rot="10800000">
              <a:off x="619241" y="2178955"/>
              <a:ext cx="567607" cy="0"/>
            </a:xfrm>
            <a:prstGeom prst="straightConnector1">
              <a:avLst/>
            </a:prstGeom>
            <a:noFill/>
            <a:ln w="12700" cap="rnd" cmpd="sng">
              <a:solidFill>
                <a:schemeClr val="dk1"/>
              </a:solidFill>
              <a:prstDash val="solid"/>
              <a:miter lim="800000"/>
              <a:headEnd type="none" w="sm" len="sm"/>
              <a:tailEnd type="stealth" w="med" len="med"/>
            </a:ln>
          </p:spPr>
        </p:cxnSp>
      </p:grpSp>
      <p:grpSp>
        <p:nvGrpSpPr>
          <p:cNvPr id="257" name="Google Shape;257;p7"/>
          <p:cNvGrpSpPr/>
          <p:nvPr/>
        </p:nvGrpSpPr>
        <p:grpSpPr>
          <a:xfrm rot="7393770">
            <a:off x="3033505" y="5441172"/>
            <a:ext cx="578240" cy="187076"/>
            <a:chOff x="619241" y="2178955"/>
            <a:chExt cx="578240" cy="187076"/>
          </a:xfrm>
        </p:grpSpPr>
        <p:cxnSp>
          <p:nvCxnSpPr>
            <p:cNvPr id="258" name="Google Shape;258;p7"/>
            <p:cNvCxnSpPr/>
            <p:nvPr/>
          </p:nvCxnSpPr>
          <p:spPr>
            <a:xfrm>
              <a:off x="629874" y="2366031"/>
              <a:ext cx="567607" cy="0"/>
            </a:xfrm>
            <a:prstGeom prst="straightConnector1">
              <a:avLst/>
            </a:prstGeom>
            <a:noFill/>
            <a:ln w="12700" cap="rnd" cmpd="sng">
              <a:solidFill>
                <a:schemeClr val="dk1"/>
              </a:solidFill>
              <a:prstDash val="solid"/>
              <a:miter lim="800000"/>
              <a:headEnd type="none" w="sm" len="sm"/>
              <a:tailEnd type="stealth" w="med" len="med"/>
            </a:ln>
          </p:spPr>
        </p:cxnSp>
        <p:cxnSp>
          <p:nvCxnSpPr>
            <p:cNvPr id="259" name="Google Shape;259;p7"/>
            <p:cNvCxnSpPr/>
            <p:nvPr/>
          </p:nvCxnSpPr>
          <p:spPr>
            <a:xfrm rot="10800000">
              <a:off x="619241" y="2178955"/>
              <a:ext cx="567607" cy="0"/>
            </a:xfrm>
            <a:prstGeom prst="straightConnector1">
              <a:avLst/>
            </a:prstGeom>
            <a:noFill/>
            <a:ln w="12700" cap="rnd" cmpd="sng">
              <a:solidFill>
                <a:schemeClr val="dk1"/>
              </a:solidFill>
              <a:prstDash val="solid"/>
              <a:miter lim="800000"/>
              <a:headEnd type="none" w="sm" len="sm"/>
              <a:tailEnd type="stealth" w="med" len="med"/>
            </a:ln>
          </p:spPr>
        </p:cxnSp>
      </p:grpSp>
      <p:grpSp>
        <p:nvGrpSpPr>
          <p:cNvPr id="260" name="Google Shape;260;p7"/>
          <p:cNvGrpSpPr/>
          <p:nvPr/>
        </p:nvGrpSpPr>
        <p:grpSpPr>
          <a:xfrm>
            <a:off x="2412118" y="4522480"/>
            <a:ext cx="578240" cy="187076"/>
            <a:chOff x="619241" y="2178955"/>
            <a:chExt cx="578240" cy="187076"/>
          </a:xfrm>
        </p:grpSpPr>
        <p:cxnSp>
          <p:nvCxnSpPr>
            <p:cNvPr id="261" name="Google Shape;261;p7"/>
            <p:cNvCxnSpPr/>
            <p:nvPr/>
          </p:nvCxnSpPr>
          <p:spPr>
            <a:xfrm>
              <a:off x="629874" y="2366031"/>
              <a:ext cx="567607" cy="0"/>
            </a:xfrm>
            <a:prstGeom prst="straightConnector1">
              <a:avLst/>
            </a:prstGeom>
            <a:noFill/>
            <a:ln w="12700" cap="rnd" cmpd="sng">
              <a:solidFill>
                <a:schemeClr val="dk1"/>
              </a:solidFill>
              <a:prstDash val="solid"/>
              <a:miter lim="800000"/>
              <a:headEnd type="none" w="sm" len="sm"/>
              <a:tailEnd type="stealth" w="med" len="med"/>
            </a:ln>
          </p:spPr>
        </p:cxnSp>
        <p:cxnSp>
          <p:nvCxnSpPr>
            <p:cNvPr id="262" name="Google Shape;262;p7"/>
            <p:cNvCxnSpPr/>
            <p:nvPr/>
          </p:nvCxnSpPr>
          <p:spPr>
            <a:xfrm rot="10800000">
              <a:off x="619241" y="2178955"/>
              <a:ext cx="567607" cy="0"/>
            </a:xfrm>
            <a:prstGeom prst="straightConnector1">
              <a:avLst/>
            </a:prstGeom>
            <a:noFill/>
            <a:ln w="12700" cap="rnd" cmpd="sng">
              <a:solidFill>
                <a:schemeClr val="dk1"/>
              </a:solidFill>
              <a:prstDash val="solid"/>
              <a:miter lim="800000"/>
              <a:headEnd type="none" w="sm" len="sm"/>
              <a:tailEnd type="stealth" w="med" len="med"/>
            </a:ln>
          </p:spPr>
        </p:cxnSp>
      </p:grpSp>
      <p:pic>
        <p:nvPicPr>
          <p:cNvPr id="263" name="Google Shape;263;p7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267018" y="5728638"/>
            <a:ext cx="261610" cy="26161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4" name="Google Shape;264;p7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555426" y="4994825"/>
            <a:ext cx="307777" cy="307777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7"/>
          <p:cNvSpPr txBox="1"/>
          <p:nvPr/>
        </p:nvSpPr>
        <p:spPr>
          <a:xfrm>
            <a:off x="1877499" y="5295262"/>
            <a:ext cx="1634472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Debate</a:t>
            </a:r>
            <a:endParaRPr/>
          </a:p>
        </p:txBody>
      </p:sp>
      <p:sp>
        <p:nvSpPr>
          <p:cNvPr id="266" name="Google Shape;266;p7"/>
          <p:cNvSpPr txBox="1"/>
          <p:nvPr/>
        </p:nvSpPr>
        <p:spPr>
          <a:xfrm>
            <a:off x="4376993" y="5517397"/>
            <a:ext cx="163447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Tool</a:t>
            </a:r>
            <a:endParaRPr/>
          </a:p>
        </p:txBody>
      </p:sp>
      <p:pic>
        <p:nvPicPr>
          <p:cNvPr id="267" name="Google Shape;267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63925" y="1483365"/>
            <a:ext cx="539068" cy="539068"/>
          </a:xfrm>
          <a:prstGeom prst="rect">
            <a:avLst/>
          </a:prstGeom>
          <a:noFill/>
          <a:ln>
            <a:noFill/>
          </a:ln>
        </p:spPr>
      </p:pic>
      <p:pic>
        <p:nvPicPr>
          <p:cNvPr id="268" name="Google Shape;268;p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616588" y="1749135"/>
            <a:ext cx="609600" cy="609600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7"/>
          <p:cNvSpPr txBox="1"/>
          <p:nvPr/>
        </p:nvSpPr>
        <p:spPr>
          <a:xfrm>
            <a:off x="9104152" y="2363744"/>
            <a:ext cx="1634472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Coordinator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Agent</a:t>
            </a:r>
            <a:endParaRPr/>
          </a:p>
        </p:txBody>
      </p:sp>
      <p:sp>
        <p:nvSpPr>
          <p:cNvPr id="270" name="Google Shape;270;p7"/>
          <p:cNvSpPr txBox="1"/>
          <p:nvPr/>
        </p:nvSpPr>
        <p:spPr>
          <a:xfrm>
            <a:off x="5916223" y="2010784"/>
            <a:ext cx="163447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Agent</a:t>
            </a:r>
            <a:endParaRPr/>
          </a:p>
        </p:txBody>
      </p:sp>
      <p:sp>
        <p:nvSpPr>
          <p:cNvPr id="271" name="Google Shape;271;p7"/>
          <p:cNvSpPr txBox="1"/>
          <p:nvPr/>
        </p:nvSpPr>
        <p:spPr>
          <a:xfrm>
            <a:off x="5913820" y="3049279"/>
            <a:ext cx="163447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Agent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72" name="Google Shape;272;p7"/>
          <p:cNvCxnSpPr/>
          <p:nvPr/>
        </p:nvCxnSpPr>
        <p:spPr>
          <a:xfrm rot="10800000" flipH="1">
            <a:off x="7136169" y="2662468"/>
            <a:ext cx="567690" cy="242755"/>
          </a:xfrm>
          <a:prstGeom prst="straightConnector1">
            <a:avLst/>
          </a:prstGeom>
          <a:noFill/>
          <a:ln w="12700" cap="rnd" cmpd="sng">
            <a:solidFill>
              <a:schemeClr val="dk1"/>
            </a:solidFill>
            <a:prstDash val="solid"/>
            <a:miter lim="800000"/>
            <a:headEnd type="stealth" w="med" len="med"/>
            <a:tailEnd type="none" w="sm" len="sm"/>
          </a:ln>
        </p:spPr>
      </p:cxnSp>
      <p:cxnSp>
        <p:nvCxnSpPr>
          <p:cNvPr id="273" name="Google Shape;273;p7"/>
          <p:cNvCxnSpPr/>
          <p:nvPr/>
        </p:nvCxnSpPr>
        <p:spPr>
          <a:xfrm rot="10800000">
            <a:off x="10365422" y="2266752"/>
            <a:ext cx="701940" cy="0"/>
          </a:xfrm>
          <a:prstGeom prst="straightConnector1">
            <a:avLst/>
          </a:prstGeom>
          <a:noFill/>
          <a:ln w="12700" cap="rnd" cmpd="sng">
            <a:solidFill>
              <a:schemeClr val="dk1"/>
            </a:solidFill>
            <a:prstDash val="solid"/>
            <a:miter lim="800000"/>
            <a:headEnd type="none" w="sm" len="sm"/>
            <a:tailEnd type="stealth" w="med" len="med"/>
          </a:ln>
        </p:spPr>
      </p:cxnSp>
      <p:sp>
        <p:nvSpPr>
          <p:cNvPr id="274" name="Google Shape;274;p7"/>
          <p:cNvSpPr txBox="1"/>
          <p:nvPr/>
        </p:nvSpPr>
        <p:spPr>
          <a:xfrm>
            <a:off x="9923563" y="1955010"/>
            <a:ext cx="1634472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Prompt</a:t>
            </a:r>
            <a:endParaRPr/>
          </a:p>
        </p:txBody>
      </p:sp>
      <p:pic>
        <p:nvPicPr>
          <p:cNvPr id="275" name="Google Shape;275;p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234595" y="1927334"/>
            <a:ext cx="635000" cy="635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6" name="Google Shape;276;p7"/>
          <p:cNvSpPr txBox="1"/>
          <p:nvPr/>
        </p:nvSpPr>
        <p:spPr>
          <a:xfrm>
            <a:off x="10745492" y="2519262"/>
            <a:ext cx="163447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Tool</a:t>
            </a:r>
            <a:endParaRPr/>
          </a:p>
        </p:txBody>
      </p:sp>
      <p:pic>
        <p:nvPicPr>
          <p:cNvPr id="277" name="Google Shape;277;p7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610618" y="1694571"/>
            <a:ext cx="279824" cy="27982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78" name="Google Shape;278;p7"/>
          <p:cNvCxnSpPr/>
          <p:nvPr/>
        </p:nvCxnSpPr>
        <p:spPr>
          <a:xfrm>
            <a:off x="7172285" y="1817258"/>
            <a:ext cx="564760" cy="318762"/>
          </a:xfrm>
          <a:prstGeom prst="straightConnector1">
            <a:avLst/>
          </a:prstGeom>
          <a:noFill/>
          <a:ln w="12700" cap="rnd" cmpd="sng">
            <a:solidFill>
              <a:schemeClr val="dk1"/>
            </a:solidFill>
            <a:prstDash val="solid"/>
            <a:miter lim="800000"/>
            <a:headEnd type="stealth" w="med" len="med"/>
            <a:tailEnd type="none" w="sm" len="sm"/>
          </a:ln>
        </p:spPr>
      </p:cxnSp>
      <p:sp>
        <p:nvSpPr>
          <p:cNvPr id="279" name="Google Shape;279;p7"/>
          <p:cNvSpPr txBox="1"/>
          <p:nvPr/>
        </p:nvSpPr>
        <p:spPr>
          <a:xfrm>
            <a:off x="7503866" y="2358735"/>
            <a:ext cx="1634472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Task-Assigner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Agent</a:t>
            </a:r>
            <a:endParaRPr/>
          </a:p>
        </p:txBody>
      </p:sp>
      <p:cxnSp>
        <p:nvCxnSpPr>
          <p:cNvPr id="280" name="Google Shape;280;p7"/>
          <p:cNvCxnSpPr/>
          <p:nvPr/>
        </p:nvCxnSpPr>
        <p:spPr>
          <a:xfrm rot="10800000">
            <a:off x="8753182" y="2247782"/>
            <a:ext cx="701940" cy="0"/>
          </a:xfrm>
          <a:prstGeom prst="straightConnector1">
            <a:avLst/>
          </a:prstGeom>
          <a:noFill/>
          <a:ln w="12700" cap="rnd" cmpd="sng">
            <a:solidFill>
              <a:schemeClr val="dk1"/>
            </a:solidFill>
            <a:prstDash val="solid"/>
            <a:miter lim="800000"/>
            <a:headEnd type="none" w="sm" len="sm"/>
            <a:tailEnd type="stealth" w="med" len="med"/>
          </a:ln>
        </p:spPr>
      </p:cxnSp>
      <p:sp>
        <p:nvSpPr>
          <p:cNvPr id="281" name="Google Shape;281;p7"/>
          <p:cNvSpPr txBox="1"/>
          <p:nvPr/>
        </p:nvSpPr>
        <p:spPr>
          <a:xfrm rot="1932793">
            <a:off x="6720442" y="1783190"/>
            <a:ext cx="1634472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Task</a:t>
            </a:r>
            <a:endParaRPr/>
          </a:p>
        </p:txBody>
      </p:sp>
      <p:sp>
        <p:nvSpPr>
          <p:cNvPr id="282" name="Google Shape;282;p7"/>
          <p:cNvSpPr txBox="1"/>
          <p:nvPr/>
        </p:nvSpPr>
        <p:spPr>
          <a:xfrm rot="-1568290">
            <a:off x="6603620" y="2558578"/>
            <a:ext cx="1634472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Task</a:t>
            </a:r>
            <a:endParaRPr/>
          </a:p>
        </p:txBody>
      </p:sp>
      <p:sp>
        <p:nvSpPr>
          <p:cNvPr id="283" name="Google Shape;283;p7"/>
          <p:cNvSpPr txBox="1"/>
          <p:nvPr/>
        </p:nvSpPr>
        <p:spPr>
          <a:xfrm>
            <a:off x="8321102" y="1989761"/>
            <a:ext cx="1634472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Plan</a:t>
            </a:r>
            <a:endParaRPr/>
          </a:p>
        </p:txBody>
      </p:sp>
      <p:pic>
        <p:nvPicPr>
          <p:cNvPr id="284" name="Google Shape;284;p7"/>
          <p:cNvPicPr preferRelativeResize="0"/>
          <p:nvPr/>
        </p:nvPicPr>
        <p:blipFill rotWithShape="1">
          <a:blip r:embed="rId10">
            <a:alphaModFix/>
          </a:blip>
          <a:srcRect l="21178" t="20511" r="21611" b="19783"/>
          <a:stretch/>
        </p:blipFill>
        <p:spPr>
          <a:xfrm>
            <a:off x="6438883" y="2513994"/>
            <a:ext cx="517153" cy="5397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85" name="Google Shape;285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248258" y="4406789"/>
            <a:ext cx="449627" cy="449627"/>
          </a:xfrm>
          <a:prstGeom prst="rect">
            <a:avLst/>
          </a:prstGeom>
          <a:noFill/>
          <a:ln>
            <a:noFill/>
          </a:ln>
        </p:spPr>
      </p:pic>
      <p:pic>
        <p:nvPicPr>
          <p:cNvPr id="286" name="Google Shape;286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84500" y="5742547"/>
            <a:ext cx="449627" cy="4496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2" name="Google Shape;292;g3a32454e9ed_0_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48974" y="2654246"/>
            <a:ext cx="609600" cy="609600"/>
          </a:xfrm>
          <a:prstGeom prst="rect">
            <a:avLst/>
          </a:prstGeom>
          <a:noFill/>
          <a:ln>
            <a:noFill/>
          </a:ln>
        </p:spPr>
      </p:pic>
      <p:sp>
        <p:nvSpPr>
          <p:cNvPr id="293" name="Google Shape;293;g3a32454e9ed_0_0"/>
          <p:cNvSpPr txBox="1"/>
          <p:nvPr/>
        </p:nvSpPr>
        <p:spPr>
          <a:xfrm>
            <a:off x="5236538" y="3268856"/>
            <a:ext cx="16344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Coordinator</a:t>
            </a:r>
            <a:endParaRPr b="1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Agent</a:t>
            </a:r>
            <a:endParaRPr b="1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cxnSp>
        <p:nvCxnSpPr>
          <p:cNvPr id="299" name="Google Shape;299;g3a32454e9ed_0_0"/>
          <p:cNvCxnSpPr/>
          <p:nvPr/>
        </p:nvCxnSpPr>
        <p:spPr>
          <a:xfrm>
            <a:off x="6656304" y="3358939"/>
            <a:ext cx="750900" cy="0"/>
          </a:xfrm>
          <a:prstGeom prst="straightConnector1">
            <a:avLst/>
          </a:prstGeom>
          <a:noFill/>
          <a:ln w="12700" cap="rnd" cmpd="sng">
            <a:solidFill>
              <a:schemeClr val="dk1"/>
            </a:solidFill>
            <a:prstDash val="solid"/>
            <a:miter lim="800000"/>
            <a:headEnd type="none" w="sm" len="sm"/>
            <a:tailEnd type="stealth" w="med" len="med"/>
          </a:ln>
        </p:spPr>
      </p:cxnSp>
      <p:cxnSp>
        <p:nvCxnSpPr>
          <p:cNvPr id="300" name="Google Shape;300;g3a32454e9ed_0_0"/>
          <p:cNvCxnSpPr/>
          <p:nvPr/>
        </p:nvCxnSpPr>
        <p:spPr>
          <a:xfrm rot="10800000">
            <a:off x="6656244" y="3171864"/>
            <a:ext cx="702000" cy="0"/>
          </a:xfrm>
          <a:prstGeom prst="straightConnector1">
            <a:avLst/>
          </a:prstGeom>
          <a:noFill/>
          <a:ln w="12700" cap="rnd" cmpd="sng">
            <a:solidFill>
              <a:schemeClr val="dk1"/>
            </a:solidFill>
            <a:prstDash val="solid"/>
            <a:miter lim="800000"/>
            <a:headEnd type="none" w="sm" len="sm"/>
            <a:tailEnd type="stealth" w="med" len="med"/>
          </a:ln>
        </p:spPr>
      </p:cxnSp>
      <p:sp>
        <p:nvSpPr>
          <p:cNvPr id="301" name="Google Shape;301;g3a32454e9ed_0_0"/>
          <p:cNvSpPr txBox="1"/>
          <p:nvPr/>
        </p:nvSpPr>
        <p:spPr>
          <a:xfrm>
            <a:off x="6190038" y="3388471"/>
            <a:ext cx="1634400" cy="2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0" i="1" u="none" strike="noStrike" cap="none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Result</a:t>
            </a:r>
            <a:endParaRPr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302" name="Google Shape;302;g3a32454e9ed_0_0"/>
          <p:cNvSpPr txBox="1"/>
          <p:nvPr/>
        </p:nvSpPr>
        <p:spPr>
          <a:xfrm>
            <a:off x="6214445" y="2860121"/>
            <a:ext cx="1634400" cy="2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0" i="1" u="none" strike="noStrike" cap="none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Prompt</a:t>
            </a:r>
            <a:endParaRPr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pic>
        <p:nvPicPr>
          <p:cNvPr id="303" name="Google Shape;303;g3a32454e9ed_0_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86437" y="2778658"/>
            <a:ext cx="635000" cy="635000"/>
          </a:xfrm>
          <a:prstGeom prst="rect">
            <a:avLst/>
          </a:prstGeom>
          <a:noFill/>
          <a:ln>
            <a:noFill/>
          </a:ln>
        </p:spPr>
      </p:pic>
      <p:sp>
        <p:nvSpPr>
          <p:cNvPr id="304" name="Google Shape;304;g3a32454e9ed_0_0"/>
          <p:cNvSpPr txBox="1"/>
          <p:nvPr/>
        </p:nvSpPr>
        <p:spPr>
          <a:xfrm>
            <a:off x="7097334" y="3370585"/>
            <a:ext cx="1634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Tool</a:t>
            </a:r>
            <a:endParaRPr b="1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pic>
        <p:nvPicPr>
          <p:cNvPr id="305" name="Google Shape;305;g3a32454e9ed_0_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892286" y="3648675"/>
            <a:ext cx="261610" cy="26161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6" name="Google Shape;306;g3a32454e9ed_0_0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901500" y="2599683"/>
            <a:ext cx="279824" cy="279824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g3a32454e9ed_0_0"/>
          <p:cNvSpPr txBox="1"/>
          <p:nvPr/>
        </p:nvSpPr>
        <p:spPr>
          <a:xfrm rot="1262">
            <a:off x="4671917" y="3126909"/>
            <a:ext cx="949103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800" b="0" i="1" u="none" strike="noStrike" cap="none" dirty="0" err="1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Submit</a:t>
            </a:r>
            <a:r>
              <a:rPr lang="it-IT" sz="800" b="0" i="1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 vote</a:t>
            </a:r>
            <a:endParaRPr sz="10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pic>
        <p:nvPicPr>
          <p:cNvPr id="308" name="Google Shape;308;g3a32454e9ed_0_0"/>
          <p:cNvPicPr preferRelativeResize="0"/>
          <p:nvPr/>
        </p:nvPicPr>
        <p:blipFill rotWithShape="1">
          <a:blip r:embed="rId7">
            <a:alphaModFix/>
            <a:grayscl/>
          </a:blip>
          <a:srcRect/>
          <a:stretch/>
        </p:blipFill>
        <p:spPr>
          <a:xfrm>
            <a:off x="5060742" y="2959046"/>
            <a:ext cx="211246" cy="21575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" name="Google Shape;312;g3a32454e9ed_0_0">
            <a:extLst>
              <a:ext uri="{FF2B5EF4-FFF2-40B4-BE49-F238E27FC236}">
                <a16:creationId xmlns:a16="http://schemas.microsoft.com/office/drawing/2014/main" id="{9D5FECF9-0AE9-E1A6-51B9-8FEFD93C6E7B}"/>
              </a:ext>
            </a:extLst>
          </p:cNvPr>
          <p:cNvCxnSpPr>
            <a:cxnSpLocks/>
          </p:cNvCxnSpPr>
          <p:nvPr/>
        </p:nvCxnSpPr>
        <p:spPr>
          <a:xfrm>
            <a:off x="4822140" y="2354446"/>
            <a:ext cx="10409" cy="1974023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Google Shape;312;g3a32454e9ed_0_0">
            <a:extLst>
              <a:ext uri="{FF2B5EF4-FFF2-40B4-BE49-F238E27FC236}">
                <a16:creationId xmlns:a16="http://schemas.microsoft.com/office/drawing/2014/main" id="{E97FAEF8-8B86-1524-7216-9643CE85DC4A}"/>
              </a:ext>
            </a:extLst>
          </p:cNvPr>
          <p:cNvCxnSpPr>
            <a:cxnSpLocks/>
          </p:cNvCxnSpPr>
          <p:nvPr/>
        </p:nvCxnSpPr>
        <p:spPr>
          <a:xfrm flipH="1">
            <a:off x="4538760" y="3316280"/>
            <a:ext cx="999595" cy="0"/>
          </a:xfrm>
          <a:prstGeom prst="straightConnector1">
            <a:avLst/>
          </a:prstGeom>
          <a:ln>
            <a:headEnd type="stealth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Google Shape;312;g3a32454e9ed_0_0">
            <a:extLst>
              <a:ext uri="{FF2B5EF4-FFF2-40B4-BE49-F238E27FC236}">
                <a16:creationId xmlns:a16="http://schemas.microsoft.com/office/drawing/2014/main" id="{13B3CDF5-0F98-FB95-FB71-4E596BCA1FFD}"/>
              </a:ext>
            </a:extLst>
          </p:cNvPr>
          <p:cNvCxnSpPr>
            <a:cxnSpLocks/>
          </p:cNvCxnSpPr>
          <p:nvPr/>
        </p:nvCxnSpPr>
        <p:spPr>
          <a:xfrm flipH="1">
            <a:off x="4535373" y="2357621"/>
            <a:ext cx="286767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2" name="Google Shape;297;g3a32454e9ed_0_0">
            <a:extLst>
              <a:ext uri="{FF2B5EF4-FFF2-40B4-BE49-F238E27FC236}">
                <a16:creationId xmlns:a16="http://schemas.microsoft.com/office/drawing/2014/main" id="{317B1A8D-8B2D-0099-3EB3-E7F01BB4E2F9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906930" y="1843816"/>
            <a:ext cx="430730" cy="443008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298;g3a32454e9ed_0_0">
            <a:extLst>
              <a:ext uri="{FF2B5EF4-FFF2-40B4-BE49-F238E27FC236}">
                <a16:creationId xmlns:a16="http://schemas.microsoft.com/office/drawing/2014/main" id="{6B907915-F55A-5E86-DA4C-2AC26193FAC2}"/>
              </a:ext>
            </a:extLst>
          </p:cNvPr>
          <p:cNvSpPr txBox="1"/>
          <p:nvPr/>
        </p:nvSpPr>
        <p:spPr>
          <a:xfrm>
            <a:off x="3305095" y="2205637"/>
            <a:ext cx="1634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Agent</a:t>
            </a:r>
            <a:endParaRPr sz="1400" b="1" i="0" u="none" strike="noStrike" cap="none" dirty="0">
              <a:solidFill>
                <a:schemeClr val="dk1"/>
              </a:solidFill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  <a:sym typeface="Arial"/>
            </a:endParaRPr>
          </a:p>
        </p:txBody>
      </p:sp>
      <p:cxnSp>
        <p:nvCxnSpPr>
          <p:cNvPr id="21" name="Google Shape;312;g3a32454e9ed_0_0">
            <a:extLst>
              <a:ext uri="{FF2B5EF4-FFF2-40B4-BE49-F238E27FC236}">
                <a16:creationId xmlns:a16="http://schemas.microsoft.com/office/drawing/2014/main" id="{F78C738B-6726-B27B-D6EF-2A591E39A24A}"/>
              </a:ext>
            </a:extLst>
          </p:cNvPr>
          <p:cNvCxnSpPr>
            <a:cxnSpLocks/>
          </p:cNvCxnSpPr>
          <p:nvPr/>
        </p:nvCxnSpPr>
        <p:spPr>
          <a:xfrm flipH="1">
            <a:off x="4549071" y="4326718"/>
            <a:ext cx="286767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Google Shape;246;p7">
            <a:extLst>
              <a:ext uri="{FF2B5EF4-FFF2-40B4-BE49-F238E27FC236}">
                <a16:creationId xmlns:a16="http://schemas.microsoft.com/office/drawing/2014/main" id="{0E7FF185-6E98-1A71-28A8-38E964B9E054}"/>
              </a:ext>
            </a:extLst>
          </p:cNvPr>
          <p:cNvSpPr txBox="1"/>
          <p:nvPr/>
        </p:nvSpPr>
        <p:spPr>
          <a:xfrm>
            <a:off x="6638213" y="3927249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AP1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32" name="Google Shape;246;p7">
            <a:extLst>
              <a:ext uri="{FF2B5EF4-FFF2-40B4-BE49-F238E27FC236}">
                <a16:creationId xmlns:a16="http://schemas.microsoft.com/office/drawing/2014/main" id="{DD9133D9-3A8B-F82D-AA5F-150C68B11796}"/>
              </a:ext>
            </a:extLst>
          </p:cNvPr>
          <p:cNvSpPr txBox="1"/>
          <p:nvPr/>
        </p:nvSpPr>
        <p:spPr>
          <a:xfrm>
            <a:off x="6865131" y="3928199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AP2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33" name="Google Shape;246;p7">
            <a:extLst>
              <a:ext uri="{FF2B5EF4-FFF2-40B4-BE49-F238E27FC236}">
                <a16:creationId xmlns:a16="http://schemas.microsoft.com/office/drawing/2014/main" id="{F5E1B3BB-6155-C98B-4E74-BDFC999BE903}"/>
              </a:ext>
            </a:extLst>
          </p:cNvPr>
          <p:cNvSpPr txBox="1"/>
          <p:nvPr/>
        </p:nvSpPr>
        <p:spPr>
          <a:xfrm>
            <a:off x="7097334" y="3927249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AP3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pic>
        <p:nvPicPr>
          <p:cNvPr id="38" name="Picture 2">
            <a:extLst>
              <a:ext uri="{FF2B5EF4-FFF2-40B4-BE49-F238E27FC236}">
                <a16:creationId xmlns:a16="http://schemas.microsoft.com/office/drawing/2014/main" id="{772BC2F2-EC2B-6EFE-1E40-333C943208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9400" y="2570448"/>
            <a:ext cx="163076" cy="163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9" name="Picture 4">
            <a:extLst>
              <a:ext uri="{FF2B5EF4-FFF2-40B4-BE49-F238E27FC236}">
                <a16:creationId xmlns:a16="http://schemas.microsoft.com/office/drawing/2014/main" id="{4C3B18F6-3252-E85C-3962-9837C119CC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84732" y="2583403"/>
            <a:ext cx="141850" cy="141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" name="Picture 4">
            <a:extLst>
              <a:ext uri="{FF2B5EF4-FFF2-40B4-BE49-F238E27FC236}">
                <a16:creationId xmlns:a16="http://schemas.microsoft.com/office/drawing/2014/main" id="{D166BBC8-4350-EF22-5558-2980284A24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2964" y="2581061"/>
            <a:ext cx="141850" cy="141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Google Shape;246;p7">
            <a:extLst>
              <a:ext uri="{FF2B5EF4-FFF2-40B4-BE49-F238E27FC236}">
                <a16:creationId xmlns:a16="http://schemas.microsoft.com/office/drawing/2014/main" id="{238BEEA6-E870-FEAD-35E7-F097E8C04371}"/>
              </a:ext>
            </a:extLst>
          </p:cNvPr>
          <p:cNvSpPr txBox="1"/>
          <p:nvPr/>
        </p:nvSpPr>
        <p:spPr>
          <a:xfrm>
            <a:off x="3735258" y="2423701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AP1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42" name="Google Shape;246;p7">
            <a:extLst>
              <a:ext uri="{FF2B5EF4-FFF2-40B4-BE49-F238E27FC236}">
                <a16:creationId xmlns:a16="http://schemas.microsoft.com/office/drawing/2014/main" id="{D2871F39-C72D-3965-D0F3-D58BD7E75484}"/>
              </a:ext>
            </a:extLst>
          </p:cNvPr>
          <p:cNvSpPr txBox="1"/>
          <p:nvPr/>
        </p:nvSpPr>
        <p:spPr>
          <a:xfrm>
            <a:off x="3962176" y="2424651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AP2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43" name="Google Shape;246;p7">
            <a:extLst>
              <a:ext uri="{FF2B5EF4-FFF2-40B4-BE49-F238E27FC236}">
                <a16:creationId xmlns:a16="http://schemas.microsoft.com/office/drawing/2014/main" id="{AC60E5C9-EBE2-8C6F-AE16-CD3CF0E1FD69}"/>
              </a:ext>
            </a:extLst>
          </p:cNvPr>
          <p:cNvSpPr txBox="1"/>
          <p:nvPr/>
        </p:nvSpPr>
        <p:spPr>
          <a:xfrm>
            <a:off x="4194379" y="2423701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AP3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pic>
        <p:nvPicPr>
          <p:cNvPr id="52" name="Google Shape;297;g3a32454e9ed_0_0">
            <a:extLst>
              <a:ext uri="{FF2B5EF4-FFF2-40B4-BE49-F238E27FC236}">
                <a16:creationId xmlns:a16="http://schemas.microsoft.com/office/drawing/2014/main" id="{3C57E67B-E3F3-FC76-5244-76127B94CD05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918282" y="2846579"/>
            <a:ext cx="430730" cy="443008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298;g3a32454e9ed_0_0">
            <a:extLst>
              <a:ext uri="{FF2B5EF4-FFF2-40B4-BE49-F238E27FC236}">
                <a16:creationId xmlns:a16="http://schemas.microsoft.com/office/drawing/2014/main" id="{AB279DC4-615D-FB25-A879-C487A2F27E5C}"/>
              </a:ext>
            </a:extLst>
          </p:cNvPr>
          <p:cNvSpPr txBox="1"/>
          <p:nvPr/>
        </p:nvSpPr>
        <p:spPr>
          <a:xfrm>
            <a:off x="3316447" y="3208400"/>
            <a:ext cx="1634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Agent</a:t>
            </a:r>
            <a:endParaRPr sz="1400" b="1" i="0" u="none" strike="noStrike" cap="none" dirty="0">
              <a:solidFill>
                <a:schemeClr val="dk1"/>
              </a:solidFill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  <a:sym typeface="Arial"/>
            </a:endParaRPr>
          </a:p>
        </p:txBody>
      </p:sp>
      <p:pic>
        <p:nvPicPr>
          <p:cNvPr id="55" name="Picture 4">
            <a:extLst>
              <a:ext uri="{FF2B5EF4-FFF2-40B4-BE49-F238E27FC236}">
                <a16:creationId xmlns:a16="http://schemas.microsoft.com/office/drawing/2014/main" id="{2B105EFB-C6BC-FEBD-CEF4-F7C6078392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6084" y="3586166"/>
            <a:ext cx="141850" cy="141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6" name="Picture 4">
            <a:extLst>
              <a:ext uri="{FF2B5EF4-FFF2-40B4-BE49-F238E27FC236}">
                <a16:creationId xmlns:a16="http://schemas.microsoft.com/office/drawing/2014/main" id="{022E5570-93E6-9E8A-6ACE-65CD05BA44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74316" y="3583824"/>
            <a:ext cx="141850" cy="141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Google Shape;246;p7">
            <a:extLst>
              <a:ext uri="{FF2B5EF4-FFF2-40B4-BE49-F238E27FC236}">
                <a16:creationId xmlns:a16="http://schemas.microsoft.com/office/drawing/2014/main" id="{B262519E-754C-7DA5-FC91-28B65EF5CF2C}"/>
              </a:ext>
            </a:extLst>
          </p:cNvPr>
          <p:cNvSpPr txBox="1"/>
          <p:nvPr/>
        </p:nvSpPr>
        <p:spPr>
          <a:xfrm>
            <a:off x="3746610" y="3426464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AP1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58" name="Google Shape;246;p7">
            <a:extLst>
              <a:ext uri="{FF2B5EF4-FFF2-40B4-BE49-F238E27FC236}">
                <a16:creationId xmlns:a16="http://schemas.microsoft.com/office/drawing/2014/main" id="{A754E72E-6079-BE1D-852F-EBE84AB0E97A}"/>
              </a:ext>
            </a:extLst>
          </p:cNvPr>
          <p:cNvSpPr txBox="1"/>
          <p:nvPr/>
        </p:nvSpPr>
        <p:spPr>
          <a:xfrm>
            <a:off x="3973528" y="3427414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AP2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59" name="Google Shape;246;p7">
            <a:extLst>
              <a:ext uri="{FF2B5EF4-FFF2-40B4-BE49-F238E27FC236}">
                <a16:creationId xmlns:a16="http://schemas.microsoft.com/office/drawing/2014/main" id="{D405B8C7-6BCD-E818-6AC1-5E5D9F128897}"/>
              </a:ext>
            </a:extLst>
          </p:cNvPr>
          <p:cNvSpPr txBox="1"/>
          <p:nvPr/>
        </p:nvSpPr>
        <p:spPr>
          <a:xfrm>
            <a:off x="4205731" y="3426464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AP3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pic>
        <p:nvPicPr>
          <p:cNvPr id="259" name="Google Shape;297;g3a32454e9ed_0_0">
            <a:extLst>
              <a:ext uri="{FF2B5EF4-FFF2-40B4-BE49-F238E27FC236}">
                <a16:creationId xmlns:a16="http://schemas.microsoft.com/office/drawing/2014/main" id="{A16337C6-B2DD-E477-669C-E8F894D3D743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922103" y="3855708"/>
            <a:ext cx="430730" cy="443008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98;g3a32454e9ed_0_0">
            <a:extLst>
              <a:ext uri="{FF2B5EF4-FFF2-40B4-BE49-F238E27FC236}">
                <a16:creationId xmlns:a16="http://schemas.microsoft.com/office/drawing/2014/main" id="{FED7B4D5-B9EB-528A-85DB-5C52606042CD}"/>
              </a:ext>
            </a:extLst>
          </p:cNvPr>
          <p:cNvSpPr txBox="1"/>
          <p:nvPr/>
        </p:nvSpPr>
        <p:spPr>
          <a:xfrm>
            <a:off x="3320268" y="4217529"/>
            <a:ext cx="1634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Agent</a:t>
            </a:r>
            <a:endParaRPr sz="1400" b="1" i="0" u="none" strike="noStrike" cap="none" dirty="0">
              <a:solidFill>
                <a:schemeClr val="dk1"/>
              </a:solidFill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  <a:sym typeface="Arial"/>
            </a:endParaRPr>
          </a:p>
        </p:txBody>
      </p:sp>
      <p:sp>
        <p:nvSpPr>
          <p:cNvPr id="264" name="Google Shape;246;p7">
            <a:extLst>
              <a:ext uri="{FF2B5EF4-FFF2-40B4-BE49-F238E27FC236}">
                <a16:creationId xmlns:a16="http://schemas.microsoft.com/office/drawing/2014/main" id="{8576F964-7B3E-05F8-97F5-9DC1418E0E17}"/>
              </a:ext>
            </a:extLst>
          </p:cNvPr>
          <p:cNvSpPr txBox="1"/>
          <p:nvPr/>
        </p:nvSpPr>
        <p:spPr>
          <a:xfrm>
            <a:off x="3750431" y="4435593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AP1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265" name="Google Shape;246;p7">
            <a:extLst>
              <a:ext uri="{FF2B5EF4-FFF2-40B4-BE49-F238E27FC236}">
                <a16:creationId xmlns:a16="http://schemas.microsoft.com/office/drawing/2014/main" id="{2C246160-F25D-BA0A-7AF5-F43CF479B06F}"/>
              </a:ext>
            </a:extLst>
          </p:cNvPr>
          <p:cNvSpPr txBox="1"/>
          <p:nvPr/>
        </p:nvSpPr>
        <p:spPr>
          <a:xfrm>
            <a:off x="3977349" y="4436543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AP2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266" name="Google Shape;246;p7">
            <a:extLst>
              <a:ext uri="{FF2B5EF4-FFF2-40B4-BE49-F238E27FC236}">
                <a16:creationId xmlns:a16="http://schemas.microsoft.com/office/drawing/2014/main" id="{AB56A046-9A53-6841-1B8E-46D2ADE3AFD3}"/>
              </a:ext>
            </a:extLst>
          </p:cNvPr>
          <p:cNvSpPr txBox="1"/>
          <p:nvPr/>
        </p:nvSpPr>
        <p:spPr>
          <a:xfrm>
            <a:off x="4209552" y="4435593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AP3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pic>
        <p:nvPicPr>
          <p:cNvPr id="267" name="Picture 2">
            <a:extLst>
              <a:ext uri="{FF2B5EF4-FFF2-40B4-BE49-F238E27FC236}">
                <a16:creationId xmlns:a16="http://schemas.microsoft.com/office/drawing/2014/main" id="{CF329F52-6FC6-9032-DA18-9F1635227B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27762" y="4580317"/>
            <a:ext cx="163076" cy="163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8" name="Picture 2">
            <a:extLst>
              <a:ext uri="{FF2B5EF4-FFF2-40B4-BE49-F238E27FC236}">
                <a16:creationId xmlns:a16="http://schemas.microsoft.com/office/drawing/2014/main" id="{644AFDA3-4ABB-47B3-2BD7-FE0721B626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0428" y="4580317"/>
            <a:ext cx="163076" cy="163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0" name="Picture 4">
            <a:extLst>
              <a:ext uri="{FF2B5EF4-FFF2-40B4-BE49-F238E27FC236}">
                <a16:creationId xmlns:a16="http://schemas.microsoft.com/office/drawing/2014/main" id="{D26EE081-6960-E4B5-F668-D538905EEB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6084" y="4591431"/>
            <a:ext cx="141850" cy="141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2" name="Picture 4">
            <a:extLst>
              <a:ext uri="{FF2B5EF4-FFF2-40B4-BE49-F238E27FC236}">
                <a16:creationId xmlns:a16="http://schemas.microsoft.com/office/drawing/2014/main" id="{E6B41144-4304-FB54-7F3B-D28E202DF0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3919" y="3581560"/>
            <a:ext cx="141850" cy="141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3" name="Picture 2">
            <a:extLst>
              <a:ext uri="{FF2B5EF4-FFF2-40B4-BE49-F238E27FC236}">
                <a16:creationId xmlns:a16="http://schemas.microsoft.com/office/drawing/2014/main" id="{6954645C-3979-CE52-BB28-B455AAB3D3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0074" y="4075269"/>
            <a:ext cx="163076" cy="163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4" name="Picture 4">
            <a:extLst>
              <a:ext uri="{FF2B5EF4-FFF2-40B4-BE49-F238E27FC236}">
                <a16:creationId xmlns:a16="http://schemas.microsoft.com/office/drawing/2014/main" id="{698EA9AB-E71C-A860-06D6-E7F43849FA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1669" y="4088224"/>
            <a:ext cx="141850" cy="141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5" name="Picture 4">
            <a:extLst>
              <a:ext uri="{FF2B5EF4-FFF2-40B4-BE49-F238E27FC236}">
                <a16:creationId xmlns:a16="http://schemas.microsoft.com/office/drawing/2014/main" id="{0590AEDD-D626-E137-18CB-5D6A1FA8C1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3638" y="4085882"/>
            <a:ext cx="141850" cy="141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244;p7">
            <a:extLst>
              <a:ext uri="{FF2B5EF4-FFF2-40B4-BE49-F238E27FC236}">
                <a16:creationId xmlns:a16="http://schemas.microsoft.com/office/drawing/2014/main" id="{BB2F7265-4CD5-88BD-7BF3-19052B1D157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40286" y="3429000"/>
            <a:ext cx="449627" cy="449627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246;p7">
            <a:extLst>
              <a:ext uri="{FF2B5EF4-FFF2-40B4-BE49-F238E27FC236}">
                <a16:creationId xmlns:a16="http://schemas.microsoft.com/office/drawing/2014/main" id="{AB1FBA79-A37F-AC55-2DA1-0F7D2825F33C}"/>
              </a:ext>
            </a:extLst>
          </p:cNvPr>
          <p:cNvSpPr txBox="1"/>
          <p:nvPr/>
        </p:nvSpPr>
        <p:spPr>
          <a:xfrm>
            <a:off x="3398210" y="3864006"/>
            <a:ext cx="163447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Agent</a:t>
            </a:r>
            <a:endParaRPr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4" name="Google Shape;247;p7">
            <a:extLst>
              <a:ext uri="{FF2B5EF4-FFF2-40B4-BE49-F238E27FC236}">
                <a16:creationId xmlns:a16="http://schemas.microsoft.com/office/drawing/2014/main" id="{40EBEFA3-8256-6B5B-3187-6136E7D02FB5}"/>
              </a:ext>
            </a:extLst>
          </p:cNvPr>
          <p:cNvSpPr txBox="1"/>
          <p:nvPr/>
        </p:nvSpPr>
        <p:spPr>
          <a:xfrm>
            <a:off x="2634411" y="4764068"/>
            <a:ext cx="163447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Agent</a:t>
            </a:r>
            <a:endParaRPr sz="1400" b="1" i="0" u="none" strike="noStrike" cap="none" dirty="0">
              <a:solidFill>
                <a:schemeClr val="dk1"/>
              </a:solidFill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  <a:sym typeface="Arial"/>
            </a:endParaRPr>
          </a:p>
        </p:txBody>
      </p:sp>
      <p:cxnSp>
        <p:nvCxnSpPr>
          <p:cNvPr id="5" name="Google Shape;248;p7">
            <a:extLst>
              <a:ext uri="{FF2B5EF4-FFF2-40B4-BE49-F238E27FC236}">
                <a16:creationId xmlns:a16="http://schemas.microsoft.com/office/drawing/2014/main" id="{51AB2E10-09F7-3515-5AB9-C8CB02DA64A3}"/>
              </a:ext>
            </a:extLst>
          </p:cNvPr>
          <p:cNvCxnSpPr>
            <a:cxnSpLocks/>
          </p:cNvCxnSpPr>
          <p:nvPr/>
        </p:nvCxnSpPr>
        <p:spPr>
          <a:xfrm>
            <a:off x="4750010" y="4338587"/>
            <a:ext cx="750754" cy="0"/>
          </a:xfrm>
          <a:prstGeom prst="straightConnector1">
            <a:avLst/>
          </a:prstGeom>
          <a:noFill/>
          <a:ln w="12700" cap="rnd" cmpd="sng">
            <a:solidFill>
              <a:schemeClr val="dk1"/>
            </a:solidFill>
            <a:prstDash val="solid"/>
            <a:miter lim="800000"/>
            <a:headEnd type="none" w="sm" len="sm"/>
            <a:tailEnd type="stealth" w="med" len="med"/>
          </a:ln>
        </p:spPr>
      </p:cxnSp>
      <p:cxnSp>
        <p:nvCxnSpPr>
          <p:cNvPr id="6" name="Google Shape;249;p7">
            <a:extLst>
              <a:ext uri="{FF2B5EF4-FFF2-40B4-BE49-F238E27FC236}">
                <a16:creationId xmlns:a16="http://schemas.microsoft.com/office/drawing/2014/main" id="{5C7CB3C7-3D73-23D5-612B-49EEAEBF85A3}"/>
              </a:ext>
            </a:extLst>
          </p:cNvPr>
          <p:cNvCxnSpPr>
            <a:cxnSpLocks/>
          </p:cNvCxnSpPr>
          <p:nvPr/>
        </p:nvCxnSpPr>
        <p:spPr>
          <a:xfrm rot="10800000">
            <a:off x="4750010" y="4151511"/>
            <a:ext cx="701940" cy="0"/>
          </a:xfrm>
          <a:prstGeom prst="straightConnector1">
            <a:avLst/>
          </a:prstGeom>
          <a:noFill/>
          <a:ln w="12700" cap="rnd" cmpd="sng">
            <a:solidFill>
              <a:schemeClr val="dk1"/>
            </a:solidFill>
            <a:prstDash val="solid"/>
            <a:miter lim="800000"/>
            <a:headEnd type="none" w="sm" len="sm"/>
            <a:tailEnd type="stealth" w="med" len="med"/>
          </a:ln>
        </p:spPr>
      </p:cxnSp>
      <p:sp>
        <p:nvSpPr>
          <p:cNvPr id="7" name="Google Shape;250;p7">
            <a:extLst>
              <a:ext uri="{FF2B5EF4-FFF2-40B4-BE49-F238E27FC236}">
                <a16:creationId xmlns:a16="http://schemas.microsoft.com/office/drawing/2014/main" id="{93953B51-FAAA-41B1-6155-FDD62976E281}"/>
              </a:ext>
            </a:extLst>
          </p:cNvPr>
          <p:cNvSpPr txBox="1"/>
          <p:nvPr/>
        </p:nvSpPr>
        <p:spPr>
          <a:xfrm>
            <a:off x="4283744" y="4368119"/>
            <a:ext cx="1634472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0" i="1" u="none" strike="noStrike" cap="none" dirty="0" err="1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Result</a:t>
            </a:r>
            <a:endParaRPr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8" name="Google Shape;251;p7">
            <a:extLst>
              <a:ext uri="{FF2B5EF4-FFF2-40B4-BE49-F238E27FC236}">
                <a16:creationId xmlns:a16="http://schemas.microsoft.com/office/drawing/2014/main" id="{02C88848-6D1D-5A05-05F0-56F09163429E}"/>
              </a:ext>
            </a:extLst>
          </p:cNvPr>
          <p:cNvSpPr txBox="1"/>
          <p:nvPr/>
        </p:nvSpPr>
        <p:spPr>
          <a:xfrm>
            <a:off x="4308151" y="3839769"/>
            <a:ext cx="1634472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0" i="1" u="none" strike="noStrike" cap="none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Prompt</a:t>
            </a:r>
            <a:endParaRPr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pic>
        <p:nvPicPr>
          <p:cNvPr id="9" name="Google Shape;252;p7">
            <a:extLst>
              <a:ext uri="{FF2B5EF4-FFF2-40B4-BE49-F238E27FC236}">
                <a16:creationId xmlns:a16="http://schemas.microsoft.com/office/drawing/2014/main" id="{CA3406D2-5476-83D6-BF8E-B3095E1C42C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609727" y="3834011"/>
            <a:ext cx="635000" cy="63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253;p7">
            <a:extLst>
              <a:ext uri="{FF2B5EF4-FFF2-40B4-BE49-F238E27FC236}">
                <a16:creationId xmlns:a16="http://schemas.microsoft.com/office/drawing/2014/main" id="{B44FA4BB-25F5-2C5D-B9C3-7B20088E22F3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995206" y="3579330"/>
            <a:ext cx="279824" cy="27982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" name="Google Shape;257;p7">
            <a:extLst>
              <a:ext uri="{FF2B5EF4-FFF2-40B4-BE49-F238E27FC236}">
                <a16:creationId xmlns:a16="http://schemas.microsoft.com/office/drawing/2014/main" id="{C480F282-B5B0-3DAE-6438-940E6C4E8253}"/>
              </a:ext>
            </a:extLst>
          </p:cNvPr>
          <p:cNvGrpSpPr/>
          <p:nvPr/>
        </p:nvGrpSpPr>
        <p:grpSpPr>
          <a:xfrm rot="7665062">
            <a:off x="3851683" y="4325783"/>
            <a:ext cx="443606" cy="187076"/>
            <a:chOff x="619241" y="2178955"/>
            <a:chExt cx="578240" cy="187076"/>
          </a:xfrm>
        </p:grpSpPr>
        <p:cxnSp>
          <p:nvCxnSpPr>
            <p:cNvPr id="15" name="Google Shape;258;p7">
              <a:extLst>
                <a:ext uri="{FF2B5EF4-FFF2-40B4-BE49-F238E27FC236}">
                  <a16:creationId xmlns:a16="http://schemas.microsoft.com/office/drawing/2014/main" id="{BFCD06A0-61A7-C88F-0160-467BBA34F3CC}"/>
                </a:ext>
              </a:extLst>
            </p:cNvPr>
            <p:cNvCxnSpPr/>
            <p:nvPr/>
          </p:nvCxnSpPr>
          <p:spPr>
            <a:xfrm>
              <a:off x="629874" y="2366031"/>
              <a:ext cx="567607" cy="0"/>
            </a:xfrm>
            <a:prstGeom prst="straightConnector1">
              <a:avLst/>
            </a:prstGeom>
            <a:noFill/>
            <a:ln w="12700" cap="rnd" cmpd="sng">
              <a:solidFill>
                <a:schemeClr val="dk1"/>
              </a:solidFill>
              <a:prstDash val="solid"/>
              <a:miter lim="800000"/>
              <a:headEnd type="none" w="sm" len="sm"/>
              <a:tailEnd type="stealth" w="med" len="med"/>
            </a:ln>
          </p:spPr>
        </p:cxnSp>
        <p:cxnSp>
          <p:nvCxnSpPr>
            <p:cNvPr id="16" name="Google Shape;259;p7">
              <a:extLst>
                <a:ext uri="{FF2B5EF4-FFF2-40B4-BE49-F238E27FC236}">
                  <a16:creationId xmlns:a16="http://schemas.microsoft.com/office/drawing/2014/main" id="{E46F81B3-BB43-860D-F576-70745E3FC14C}"/>
                </a:ext>
              </a:extLst>
            </p:cNvPr>
            <p:cNvCxnSpPr/>
            <p:nvPr/>
          </p:nvCxnSpPr>
          <p:spPr>
            <a:xfrm rot="10800000">
              <a:off x="619241" y="2178955"/>
              <a:ext cx="567607" cy="0"/>
            </a:xfrm>
            <a:prstGeom prst="straightConnector1">
              <a:avLst/>
            </a:prstGeom>
            <a:noFill/>
            <a:ln w="12700" cap="rnd" cmpd="sng">
              <a:solidFill>
                <a:schemeClr val="dk1"/>
              </a:solidFill>
              <a:prstDash val="solid"/>
              <a:miter lim="800000"/>
              <a:headEnd type="none" w="sm" len="sm"/>
              <a:tailEnd type="stealth" w="med" len="med"/>
            </a:ln>
          </p:spPr>
        </p:cxnSp>
      </p:grpSp>
      <p:grpSp>
        <p:nvGrpSpPr>
          <p:cNvPr id="17" name="Google Shape;260;p7">
            <a:extLst>
              <a:ext uri="{FF2B5EF4-FFF2-40B4-BE49-F238E27FC236}">
                <a16:creationId xmlns:a16="http://schemas.microsoft.com/office/drawing/2014/main" id="{61140EE8-7ABD-1B36-3AC3-6D0D8F00104F}"/>
              </a:ext>
            </a:extLst>
          </p:cNvPr>
          <p:cNvGrpSpPr/>
          <p:nvPr/>
        </p:nvGrpSpPr>
        <p:grpSpPr>
          <a:xfrm>
            <a:off x="3161762" y="3520790"/>
            <a:ext cx="578240" cy="187076"/>
            <a:chOff x="619241" y="2178955"/>
            <a:chExt cx="578240" cy="187076"/>
          </a:xfrm>
        </p:grpSpPr>
        <p:cxnSp>
          <p:nvCxnSpPr>
            <p:cNvPr id="18" name="Google Shape;261;p7">
              <a:extLst>
                <a:ext uri="{FF2B5EF4-FFF2-40B4-BE49-F238E27FC236}">
                  <a16:creationId xmlns:a16="http://schemas.microsoft.com/office/drawing/2014/main" id="{0EA6C291-0C02-A058-6E42-11E264CCAAAC}"/>
                </a:ext>
              </a:extLst>
            </p:cNvPr>
            <p:cNvCxnSpPr/>
            <p:nvPr/>
          </p:nvCxnSpPr>
          <p:spPr>
            <a:xfrm>
              <a:off x="629874" y="2366031"/>
              <a:ext cx="567607" cy="0"/>
            </a:xfrm>
            <a:prstGeom prst="straightConnector1">
              <a:avLst/>
            </a:prstGeom>
            <a:noFill/>
            <a:ln w="12700" cap="rnd" cmpd="sng">
              <a:solidFill>
                <a:schemeClr val="dk1"/>
              </a:solidFill>
              <a:prstDash val="solid"/>
              <a:miter lim="800000"/>
              <a:headEnd type="none" w="sm" len="sm"/>
              <a:tailEnd type="stealth" w="med" len="med"/>
            </a:ln>
          </p:spPr>
        </p:cxnSp>
        <p:cxnSp>
          <p:nvCxnSpPr>
            <p:cNvPr id="19" name="Google Shape;262;p7">
              <a:extLst>
                <a:ext uri="{FF2B5EF4-FFF2-40B4-BE49-F238E27FC236}">
                  <a16:creationId xmlns:a16="http://schemas.microsoft.com/office/drawing/2014/main" id="{526E3FC6-3B8B-097E-61FA-2E21C623B659}"/>
                </a:ext>
              </a:extLst>
            </p:cNvPr>
            <p:cNvCxnSpPr/>
            <p:nvPr/>
          </p:nvCxnSpPr>
          <p:spPr>
            <a:xfrm rot="10800000">
              <a:off x="619241" y="2178955"/>
              <a:ext cx="567607" cy="0"/>
            </a:xfrm>
            <a:prstGeom prst="straightConnector1">
              <a:avLst/>
            </a:prstGeom>
            <a:noFill/>
            <a:ln w="12700" cap="rnd" cmpd="sng">
              <a:solidFill>
                <a:schemeClr val="dk1"/>
              </a:solidFill>
              <a:prstDash val="solid"/>
              <a:miter lim="800000"/>
              <a:headEnd type="none" w="sm" len="sm"/>
              <a:tailEnd type="stealth" w="med" len="med"/>
            </a:ln>
          </p:spPr>
        </p:cxnSp>
      </p:grpSp>
      <p:pic>
        <p:nvPicPr>
          <p:cNvPr id="20" name="Google Shape;263;p7">
            <a:extLst>
              <a:ext uri="{FF2B5EF4-FFF2-40B4-BE49-F238E27FC236}">
                <a16:creationId xmlns:a16="http://schemas.microsoft.com/office/drawing/2014/main" id="{7710AD13-6131-9367-F809-91FB799EC994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970175" y="4607316"/>
            <a:ext cx="261610" cy="26161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64;p7">
            <a:extLst>
              <a:ext uri="{FF2B5EF4-FFF2-40B4-BE49-F238E27FC236}">
                <a16:creationId xmlns:a16="http://schemas.microsoft.com/office/drawing/2014/main" id="{955765B9-487D-9122-EE93-14F53EB21921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284751" y="3813637"/>
            <a:ext cx="353171" cy="358928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65;p7">
            <a:extLst>
              <a:ext uri="{FF2B5EF4-FFF2-40B4-BE49-F238E27FC236}">
                <a16:creationId xmlns:a16="http://schemas.microsoft.com/office/drawing/2014/main" id="{03C8ADA6-341E-00D1-B252-4B8E00D24D4F}"/>
              </a:ext>
            </a:extLst>
          </p:cNvPr>
          <p:cNvSpPr txBox="1"/>
          <p:nvPr/>
        </p:nvSpPr>
        <p:spPr>
          <a:xfrm>
            <a:off x="2622253" y="4124389"/>
            <a:ext cx="1634472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0" i="1" u="none" strike="noStrike" cap="none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Debate</a:t>
            </a:r>
            <a:endParaRPr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pic>
        <p:nvPicPr>
          <p:cNvPr id="23" name="Google Shape;285;p7">
            <a:extLst>
              <a:ext uri="{FF2B5EF4-FFF2-40B4-BE49-F238E27FC236}">
                <a16:creationId xmlns:a16="http://schemas.microsoft.com/office/drawing/2014/main" id="{975597F9-16CD-2628-6233-8EB0D207DBC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96970" y="3427534"/>
            <a:ext cx="449627" cy="449627"/>
          </a:xfrm>
          <a:prstGeom prst="rect">
            <a:avLst/>
          </a:prstGeom>
          <a:noFill/>
          <a:ln>
            <a:noFill/>
          </a:ln>
        </p:spPr>
      </p:pic>
      <p:pic>
        <p:nvPicPr>
          <p:cNvPr id="24" name="Google Shape;286;p7">
            <a:extLst>
              <a:ext uri="{FF2B5EF4-FFF2-40B4-BE49-F238E27FC236}">
                <a16:creationId xmlns:a16="http://schemas.microsoft.com/office/drawing/2014/main" id="{C996879B-CC5B-4317-2649-4382A26C5D4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229254" y="4358234"/>
            <a:ext cx="449627" cy="44962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214B008E-5F44-39E6-91B5-4B9A8DC8C4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7104" y="5071845"/>
            <a:ext cx="163076" cy="163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2">
            <a:extLst>
              <a:ext uri="{FF2B5EF4-FFF2-40B4-BE49-F238E27FC236}">
                <a16:creationId xmlns:a16="http://schemas.microsoft.com/office/drawing/2014/main" id="{00F14906-CBD9-E9A5-9631-365CC49570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9770" y="5071845"/>
            <a:ext cx="163076" cy="163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3D87ABB3-EDF1-32A2-E82D-5A58507686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02436" y="5084800"/>
            <a:ext cx="141850" cy="141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2">
            <a:extLst>
              <a:ext uri="{FF2B5EF4-FFF2-40B4-BE49-F238E27FC236}">
                <a16:creationId xmlns:a16="http://schemas.microsoft.com/office/drawing/2014/main" id="{2981809D-19CC-68DF-9CF0-4B88DEE0B3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05752" y="3241993"/>
            <a:ext cx="163076" cy="163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">
            <a:extLst>
              <a:ext uri="{FF2B5EF4-FFF2-40B4-BE49-F238E27FC236}">
                <a16:creationId xmlns:a16="http://schemas.microsoft.com/office/drawing/2014/main" id="{F829B3ED-EFA3-610B-3510-C93EA451DC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8418" y="3241993"/>
            <a:ext cx="163076" cy="163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2">
            <a:extLst>
              <a:ext uri="{FF2B5EF4-FFF2-40B4-BE49-F238E27FC236}">
                <a16:creationId xmlns:a16="http://schemas.microsoft.com/office/drawing/2014/main" id="{D890C397-768C-E227-BBF8-DFF551004D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0610" y="3241993"/>
            <a:ext cx="163076" cy="163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4">
            <a:extLst>
              <a:ext uri="{FF2B5EF4-FFF2-40B4-BE49-F238E27FC236}">
                <a16:creationId xmlns:a16="http://schemas.microsoft.com/office/drawing/2014/main" id="{F3B0FB6B-D736-58B1-04FF-DC1EE712E7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5942" y="3254948"/>
            <a:ext cx="141850" cy="141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4">
            <a:extLst>
              <a:ext uri="{FF2B5EF4-FFF2-40B4-BE49-F238E27FC236}">
                <a16:creationId xmlns:a16="http://schemas.microsoft.com/office/drawing/2014/main" id="{9A6DCBE1-3240-7FDD-6CFE-665FC4853B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4174" y="3252606"/>
            <a:ext cx="141850" cy="141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2">
            <a:extLst>
              <a:ext uri="{FF2B5EF4-FFF2-40B4-BE49-F238E27FC236}">
                <a16:creationId xmlns:a16="http://schemas.microsoft.com/office/drawing/2014/main" id="{0B5BFA43-13D3-F3DE-F8DA-5E83B8FFA2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71084" y="3241993"/>
            <a:ext cx="163076" cy="163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Google Shape;246;p7">
            <a:extLst>
              <a:ext uri="{FF2B5EF4-FFF2-40B4-BE49-F238E27FC236}">
                <a16:creationId xmlns:a16="http://schemas.microsoft.com/office/drawing/2014/main" id="{C12B000B-AFBE-B89A-3A3E-81408D53901A}"/>
              </a:ext>
            </a:extLst>
          </p:cNvPr>
          <p:cNvSpPr txBox="1"/>
          <p:nvPr/>
        </p:nvSpPr>
        <p:spPr>
          <a:xfrm>
            <a:off x="1841930" y="3871551"/>
            <a:ext cx="163447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Agent</a:t>
            </a:r>
            <a:endParaRPr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45" name="Google Shape;246;p7">
            <a:extLst>
              <a:ext uri="{FF2B5EF4-FFF2-40B4-BE49-F238E27FC236}">
                <a16:creationId xmlns:a16="http://schemas.microsoft.com/office/drawing/2014/main" id="{E044D085-78BA-B418-F4F6-D257802E35CB}"/>
              </a:ext>
            </a:extLst>
          </p:cNvPr>
          <p:cNvSpPr txBox="1"/>
          <p:nvPr/>
        </p:nvSpPr>
        <p:spPr>
          <a:xfrm>
            <a:off x="2266468" y="3095246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AP1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46" name="Google Shape;246;p7">
            <a:extLst>
              <a:ext uri="{FF2B5EF4-FFF2-40B4-BE49-F238E27FC236}">
                <a16:creationId xmlns:a16="http://schemas.microsoft.com/office/drawing/2014/main" id="{BDE0E0F2-DCDB-CDD6-F1B7-7A8C8E288292}"/>
              </a:ext>
            </a:extLst>
          </p:cNvPr>
          <p:cNvSpPr txBox="1"/>
          <p:nvPr/>
        </p:nvSpPr>
        <p:spPr>
          <a:xfrm>
            <a:off x="2493386" y="3096196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AP2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47" name="Google Shape;246;p7">
            <a:extLst>
              <a:ext uri="{FF2B5EF4-FFF2-40B4-BE49-F238E27FC236}">
                <a16:creationId xmlns:a16="http://schemas.microsoft.com/office/drawing/2014/main" id="{F9D3B57B-739C-F133-5A6E-34E231089AE2}"/>
              </a:ext>
            </a:extLst>
          </p:cNvPr>
          <p:cNvSpPr txBox="1"/>
          <p:nvPr/>
        </p:nvSpPr>
        <p:spPr>
          <a:xfrm>
            <a:off x="2725589" y="3095246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AP3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48" name="Google Shape;246;p7">
            <a:extLst>
              <a:ext uri="{FF2B5EF4-FFF2-40B4-BE49-F238E27FC236}">
                <a16:creationId xmlns:a16="http://schemas.microsoft.com/office/drawing/2014/main" id="{9F9129D9-7A58-4861-1D13-6FEBAC5E5F3E}"/>
              </a:ext>
            </a:extLst>
          </p:cNvPr>
          <p:cNvSpPr txBox="1"/>
          <p:nvPr/>
        </p:nvSpPr>
        <p:spPr>
          <a:xfrm>
            <a:off x="3822007" y="3091553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AP1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49" name="Google Shape;246;p7">
            <a:extLst>
              <a:ext uri="{FF2B5EF4-FFF2-40B4-BE49-F238E27FC236}">
                <a16:creationId xmlns:a16="http://schemas.microsoft.com/office/drawing/2014/main" id="{19ACF6C0-6730-ABDA-05F6-CAE8F86AF866}"/>
              </a:ext>
            </a:extLst>
          </p:cNvPr>
          <p:cNvSpPr txBox="1"/>
          <p:nvPr/>
        </p:nvSpPr>
        <p:spPr>
          <a:xfrm>
            <a:off x="4048925" y="3092503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AP2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50" name="Google Shape;246;p7">
            <a:extLst>
              <a:ext uri="{FF2B5EF4-FFF2-40B4-BE49-F238E27FC236}">
                <a16:creationId xmlns:a16="http://schemas.microsoft.com/office/drawing/2014/main" id="{6BEF05E9-115F-F150-3EF7-288CF725DAD9}"/>
              </a:ext>
            </a:extLst>
          </p:cNvPr>
          <p:cNvSpPr txBox="1"/>
          <p:nvPr/>
        </p:nvSpPr>
        <p:spPr>
          <a:xfrm>
            <a:off x="4281128" y="3091553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AP3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51" name="Google Shape;246;p7">
            <a:extLst>
              <a:ext uri="{FF2B5EF4-FFF2-40B4-BE49-F238E27FC236}">
                <a16:creationId xmlns:a16="http://schemas.microsoft.com/office/drawing/2014/main" id="{748549A6-E345-CDD0-930E-7883F0DDA58C}"/>
              </a:ext>
            </a:extLst>
          </p:cNvPr>
          <p:cNvSpPr txBox="1"/>
          <p:nvPr/>
        </p:nvSpPr>
        <p:spPr>
          <a:xfrm>
            <a:off x="3053359" y="5224246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AP1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52" name="Google Shape;246;p7">
            <a:extLst>
              <a:ext uri="{FF2B5EF4-FFF2-40B4-BE49-F238E27FC236}">
                <a16:creationId xmlns:a16="http://schemas.microsoft.com/office/drawing/2014/main" id="{FFA9059D-C837-3971-6EA2-9AB9FEEB131A}"/>
              </a:ext>
            </a:extLst>
          </p:cNvPr>
          <p:cNvSpPr txBox="1"/>
          <p:nvPr/>
        </p:nvSpPr>
        <p:spPr>
          <a:xfrm>
            <a:off x="3280277" y="5225196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AP2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53" name="Google Shape;246;p7">
            <a:extLst>
              <a:ext uri="{FF2B5EF4-FFF2-40B4-BE49-F238E27FC236}">
                <a16:creationId xmlns:a16="http://schemas.microsoft.com/office/drawing/2014/main" id="{608B285C-CB25-57E2-9BD8-1B8C1E5F1150}"/>
              </a:ext>
            </a:extLst>
          </p:cNvPr>
          <p:cNvSpPr txBox="1"/>
          <p:nvPr/>
        </p:nvSpPr>
        <p:spPr>
          <a:xfrm>
            <a:off x="3512480" y="5224246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AP3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grpSp>
        <p:nvGrpSpPr>
          <p:cNvPr id="56" name="Google Shape;257;p7">
            <a:extLst>
              <a:ext uri="{FF2B5EF4-FFF2-40B4-BE49-F238E27FC236}">
                <a16:creationId xmlns:a16="http://schemas.microsoft.com/office/drawing/2014/main" id="{42970705-DF2B-5E67-4729-02F6AA96339F}"/>
              </a:ext>
            </a:extLst>
          </p:cNvPr>
          <p:cNvGrpSpPr/>
          <p:nvPr/>
        </p:nvGrpSpPr>
        <p:grpSpPr>
          <a:xfrm rot="14028046">
            <a:off x="2606900" y="4309535"/>
            <a:ext cx="443606" cy="187076"/>
            <a:chOff x="619241" y="2178955"/>
            <a:chExt cx="578240" cy="187076"/>
          </a:xfrm>
        </p:grpSpPr>
        <p:cxnSp>
          <p:nvCxnSpPr>
            <p:cNvPr id="57" name="Google Shape;258;p7">
              <a:extLst>
                <a:ext uri="{FF2B5EF4-FFF2-40B4-BE49-F238E27FC236}">
                  <a16:creationId xmlns:a16="http://schemas.microsoft.com/office/drawing/2014/main" id="{DF7281C5-ABC0-49DB-F388-05B8DCB474FC}"/>
                </a:ext>
              </a:extLst>
            </p:cNvPr>
            <p:cNvCxnSpPr/>
            <p:nvPr/>
          </p:nvCxnSpPr>
          <p:spPr>
            <a:xfrm>
              <a:off x="629874" y="2366031"/>
              <a:ext cx="567607" cy="0"/>
            </a:xfrm>
            <a:prstGeom prst="straightConnector1">
              <a:avLst/>
            </a:prstGeom>
            <a:noFill/>
            <a:ln w="12700" cap="rnd" cmpd="sng">
              <a:solidFill>
                <a:schemeClr val="dk1"/>
              </a:solidFill>
              <a:prstDash val="solid"/>
              <a:miter lim="800000"/>
              <a:headEnd type="none" w="sm" len="sm"/>
              <a:tailEnd type="stealth" w="med" len="med"/>
            </a:ln>
          </p:spPr>
        </p:cxnSp>
        <p:cxnSp>
          <p:nvCxnSpPr>
            <p:cNvPr id="58" name="Google Shape;259;p7">
              <a:extLst>
                <a:ext uri="{FF2B5EF4-FFF2-40B4-BE49-F238E27FC236}">
                  <a16:creationId xmlns:a16="http://schemas.microsoft.com/office/drawing/2014/main" id="{B863363A-C82E-293F-ED1E-B942B9F4D6DA}"/>
                </a:ext>
              </a:extLst>
            </p:cNvPr>
            <p:cNvCxnSpPr/>
            <p:nvPr/>
          </p:nvCxnSpPr>
          <p:spPr>
            <a:xfrm rot="10800000">
              <a:off x="619241" y="2178955"/>
              <a:ext cx="567607" cy="0"/>
            </a:xfrm>
            <a:prstGeom prst="straightConnector1">
              <a:avLst/>
            </a:prstGeom>
            <a:noFill/>
            <a:ln w="12700" cap="rnd" cmpd="sng">
              <a:solidFill>
                <a:schemeClr val="dk1"/>
              </a:solidFill>
              <a:prstDash val="solid"/>
              <a:miter lim="800000"/>
              <a:headEnd type="none" w="sm" len="sm"/>
              <a:tailEnd type="stealth" w="med" len="med"/>
            </a:ln>
          </p:spPr>
        </p:cxnSp>
      </p:grpSp>
      <p:sp>
        <p:nvSpPr>
          <p:cNvPr id="61" name="Google Shape;246;p7">
            <a:extLst>
              <a:ext uri="{FF2B5EF4-FFF2-40B4-BE49-F238E27FC236}">
                <a16:creationId xmlns:a16="http://schemas.microsoft.com/office/drawing/2014/main" id="{A3E79A1D-A1E1-38FF-2BAF-19A4A6D6CB6E}"/>
              </a:ext>
            </a:extLst>
          </p:cNvPr>
          <p:cNvSpPr txBox="1"/>
          <p:nvPr/>
        </p:nvSpPr>
        <p:spPr>
          <a:xfrm>
            <a:off x="5109991" y="4429177"/>
            <a:ext cx="163447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Tool</a:t>
            </a:r>
            <a:endParaRPr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1" name="Google Shape;321;g3a32454e9ed_0_23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931991" y="2640326"/>
            <a:ext cx="609600" cy="609600"/>
          </a:xfrm>
          <a:prstGeom prst="rect">
            <a:avLst/>
          </a:prstGeom>
          <a:noFill/>
          <a:ln>
            <a:noFill/>
          </a:ln>
        </p:spPr>
      </p:pic>
      <p:sp>
        <p:nvSpPr>
          <p:cNvPr id="322" name="Google Shape;322;g3a32454e9ed_0_231"/>
          <p:cNvSpPr txBox="1"/>
          <p:nvPr/>
        </p:nvSpPr>
        <p:spPr>
          <a:xfrm>
            <a:off x="5419555" y="3254935"/>
            <a:ext cx="16344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Coordinator</a:t>
            </a:r>
            <a:endParaRPr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Agent</a:t>
            </a:r>
            <a:endParaRPr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pic>
        <p:nvPicPr>
          <p:cNvPr id="325" name="Google Shape;325;g3a32454e9ed_0_231"/>
          <p:cNvPicPr preferRelativeResize="0"/>
          <p:nvPr/>
        </p:nvPicPr>
        <p:blipFill rotWithShape="1"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 l="21179" t="20508" r="21608" b="19786"/>
          <a:stretch/>
        </p:blipFill>
        <p:spPr>
          <a:xfrm>
            <a:off x="3922763" y="3638723"/>
            <a:ext cx="517153" cy="53970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26" name="Google Shape;326;g3a32454e9ed_0_231"/>
          <p:cNvCxnSpPr/>
          <p:nvPr/>
        </p:nvCxnSpPr>
        <p:spPr>
          <a:xfrm>
            <a:off x="6899305" y="3402720"/>
            <a:ext cx="750900" cy="0"/>
          </a:xfrm>
          <a:prstGeom prst="straightConnector1">
            <a:avLst/>
          </a:prstGeom>
          <a:noFill/>
          <a:ln w="12700" cap="rnd" cmpd="sng">
            <a:solidFill>
              <a:schemeClr val="dk1"/>
            </a:solidFill>
            <a:prstDash val="solid"/>
            <a:miter lim="800000"/>
            <a:headEnd type="none" w="sm" len="sm"/>
            <a:tailEnd type="stealth" w="med" len="med"/>
          </a:ln>
        </p:spPr>
      </p:cxnSp>
      <p:cxnSp>
        <p:nvCxnSpPr>
          <p:cNvPr id="327" name="Google Shape;327;g3a32454e9ed_0_231"/>
          <p:cNvCxnSpPr/>
          <p:nvPr/>
        </p:nvCxnSpPr>
        <p:spPr>
          <a:xfrm rot="10800000">
            <a:off x="6899245" y="3215644"/>
            <a:ext cx="702000" cy="0"/>
          </a:xfrm>
          <a:prstGeom prst="straightConnector1">
            <a:avLst/>
          </a:prstGeom>
          <a:noFill/>
          <a:ln w="12700" cap="rnd" cmpd="sng">
            <a:solidFill>
              <a:schemeClr val="dk1"/>
            </a:solidFill>
            <a:prstDash val="solid"/>
            <a:miter lim="800000"/>
            <a:headEnd type="none" w="sm" len="sm"/>
            <a:tailEnd type="stealth" w="med" len="med"/>
          </a:ln>
        </p:spPr>
      </p:cxnSp>
      <p:sp>
        <p:nvSpPr>
          <p:cNvPr id="328" name="Google Shape;328;g3a32454e9ed_0_231"/>
          <p:cNvSpPr txBox="1"/>
          <p:nvPr/>
        </p:nvSpPr>
        <p:spPr>
          <a:xfrm>
            <a:off x="6433039" y="3432252"/>
            <a:ext cx="1634400" cy="2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0" i="1" u="none" strike="noStrike" cap="none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Result</a:t>
            </a:r>
            <a:endParaRPr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329" name="Google Shape;329;g3a32454e9ed_0_231"/>
          <p:cNvSpPr txBox="1"/>
          <p:nvPr/>
        </p:nvSpPr>
        <p:spPr>
          <a:xfrm>
            <a:off x="6457446" y="2903902"/>
            <a:ext cx="1634400" cy="2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0" i="1" u="none" strike="noStrike" cap="none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Prompt</a:t>
            </a:r>
            <a:endParaRPr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pic>
        <p:nvPicPr>
          <p:cNvPr id="330" name="Google Shape;330;g3a32454e9ed_0_231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829438" y="2822438"/>
            <a:ext cx="635000" cy="635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1" name="Google Shape;331;g3a32454e9ed_0_231"/>
          <p:cNvSpPr txBox="1"/>
          <p:nvPr/>
        </p:nvSpPr>
        <p:spPr>
          <a:xfrm>
            <a:off x="7340335" y="3414366"/>
            <a:ext cx="1634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Tool</a:t>
            </a:r>
            <a:endParaRPr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pic>
        <p:nvPicPr>
          <p:cNvPr id="332" name="Google Shape;332;g3a32454e9ed_0_231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144501" y="2643463"/>
            <a:ext cx="279824" cy="279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334" name="Google Shape;334;g3a32454e9ed_0_231" title="icons8-bot-100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918867" y="2662430"/>
            <a:ext cx="539075" cy="53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g3a32454e9ed_0_231" title="icons8-bot-96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3923092" y="1744594"/>
            <a:ext cx="517150" cy="5171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98;p6">
            <a:extLst>
              <a:ext uri="{FF2B5EF4-FFF2-40B4-BE49-F238E27FC236}">
                <a16:creationId xmlns:a16="http://schemas.microsoft.com/office/drawing/2014/main" id="{CDB17D8A-2FBB-BD32-F154-3F7C2048FF05}"/>
              </a:ext>
            </a:extLst>
          </p:cNvPr>
          <p:cNvSpPr/>
          <p:nvPr/>
        </p:nvSpPr>
        <p:spPr>
          <a:xfrm>
            <a:off x="3651491" y="2261744"/>
            <a:ext cx="1060353" cy="217790"/>
          </a:xfrm>
          <a:prstGeom prst="roundRect">
            <a:avLst>
              <a:gd name="adj" fmla="val 16667"/>
            </a:avLst>
          </a:prstGeom>
          <a:solidFill>
            <a:srgbClr val="DDEAF6"/>
          </a:solidFill>
          <a:ln w="12700" cap="flat" cmpd="sng">
            <a:solidFill>
              <a:srgbClr val="1C305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900" b="1" i="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Helvetica Neue"/>
              </a:rPr>
              <a:t>Client Selector</a:t>
            </a:r>
            <a:endParaRPr b="1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3" name="Google Shape;214;p6">
            <a:extLst>
              <a:ext uri="{FF2B5EF4-FFF2-40B4-BE49-F238E27FC236}">
                <a16:creationId xmlns:a16="http://schemas.microsoft.com/office/drawing/2014/main" id="{496BFB7F-750C-E726-E5AF-51C76D70E590}"/>
              </a:ext>
            </a:extLst>
          </p:cNvPr>
          <p:cNvSpPr/>
          <p:nvPr/>
        </p:nvSpPr>
        <p:spPr>
          <a:xfrm>
            <a:off x="3516568" y="3226426"/>
            <a:ext cx="1323851" cy="217789"/>
          </a:xfrm>
          <a:prstGeom prst="roundRect">
            <a:avLst>
              <a:gd name="adj" fmla="val 16667"/>
            </a:avLst>
          </a:prstGeom>
          <a:solidFill>
            <a:srgbClr val="E1EFD8"/>
          </a:solidFill>
          <a:ln w="12700" cap="flat" cmpd="sng">
            <a:solidFill>
              <a:srgbClr val="1C305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900" b="1" i="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Helvetica Neue"/>
              </a:rPr>
              <a:t>Message Compressor</a:t>
            </a:r>
            <a:endParaRPr b="1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4" name="Google Shape;214;p6">
            <a:extLst>
              <a:ext uri="{FF2B5EF4-FFF2-40B4-BE49-F238E27FC236}">
                <a16:creationId xmlns:a16="http://schemas.microsoft.com/office/drawing/2014/main" id="{38D3FFCD-739B-8537-270E-848A8F119494}"/>
              </a:ext>
            </a:extLst>
          </p:cNvPr>
          <p:cNvSpPr/>
          <p:nvPr/>
        </p:nvSpPr>
        <p:spPr>
          <a:xfrm>
            <a:off x="3295589" y="4229001"/>
            <a:ext cx="1655968" cy="217789"/>
          </a:xfrm>
          <a:prstGeom prst="roundRect">
            <a:avLst>
              <a:gd name="adj" fmla="val 16667"/>
            </a:avLst>
          </a:prstGeom>
          <a:solidFill>
            <a:schemeClr val="accent2">
              <a:lumMod val="20000"/>
              <a:lumOff val="80000"/>
            </a:schemeClr>
          </a:solidFill>
          <a:ln w="12700" cap="flat" cmpd="sng">
            <a:solidFill>
              <a:srgbClr val="1C305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/>
            <a:r>
              <a:rPr lang="it-IT" sz="900" b="1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Heterogeneous Data Handler </a:t>
            </a:r>
          </a:p>
        </p:txBody>
      </p:sp>
      <p:sp>
        <p:nvSpPr>
          <p:cNvPr id="5" name="Google Shape;246;p7">
            <a:extLst>
              <a:ext uri="{FF2B5EF4-FFF2-40B4-BE49-F238E27FC236}">
                <a16:creationId xmlns:a16="http://schemas.microsoft.com/office/drawing/2014/main" id="{98C63039-17D6-0352-9355-B0879B877FBB}"/>
              </a:ext>
            </a:extLst>
          </p:cNvPr>
          <p:cNvSpPr txBox="1"/>
          <p:nvPr/>
        </p:nvSpPr>
        <p:spPr>
          <a:xfrm>
            <a:off x="6871711" y="3708957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AP1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6" name="Google Shape;246;p7">
            <a:extLst>
              <a:ext uri="{FF2B5EF4-FFF2-40B4-BE49-F238E27FC236}">
                <a16:creationId xmlns:a16="http://schemas.microsoft.com/office/drawing/2014/main" id="{39FF645A-DAAE-3AED-6C03-5860E889681E}"/>
              </a:ext>
            </a:extLst>
          </p:cNvPr>
          <p:cNvSpPr txBox="1"/>
          <p:nvPr/>
        </p:nvSpPr>
        <p:spPr>
          <a:xfrm>
            <a:off x="7098629" y="3709907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AP2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7" name="Google Shape;246;p7">
            <a:extLst>
              <a:ext uri="{FF2B5EF4-FFF2-40B4-BE49-F238E27FC236}">
                <a16:creationId xmlns:a16="http://schemas.microsoft.com/office/drawing/2014/main" id="{2FF43DA1-C6DD-35BF-F340-B121A9B7DE56}"/>
              </a:ext>
            </a:extLst>
          </p:cNvPr>
          <p:cNvSpPr txBox="1"/>
          <p:nvPr/>
        </p:nvSpPr>
        <p:spPr>
          <a:xfrm>
            <a:off x="7330832" y="3708957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AP3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E0A52894-9863-CF98-7CB5-6FCFED1B5C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9042" y="3853681"/>
            <a:ext cx="163076" cy="163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E868D323-27C0-ACAB-49CE-11E24A427C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81708" y="3853681"/>
            <a:ext cx="163076" cy="163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>
            <a:extLst>
              <a:ext uri="{FF2B5EF4-FFF2-40B4-BE49-F238E27FC236}">
                <a16:creationId xmlns:a16="http://schemas.microsoft.com/office/drawing/2014/main" id="{0BCBF839-B4F8-C915-61FB-8808CDBCC6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17364" y="3864795"/>
            <a:ext cx="141850" cy="141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Google Shape;312;g3a32454e9ed_0_0">
            <a:extLst>
              <a:ext uri="{FF2B5EF4-FFF2-40B4-BE49-F238E27FC236}">
                <a16:creationId xmlns:a16="http://schemas.microsoft.com/office/drawing/2014/main" id="{FB60649B-CB22-930B-6275-538EFFE85684}"/>
              </a:ext>
            </a:extLst>
          </p:cNvPr>
          <p:cNvCxnSpPr>
            <a:cxnSpLocks/>
          </p:cNvCxnSpPr>
          <p:nvPr/>
        </p:nvCxnSpPr>
        <p:spPr>
          <a:xfrm>
            <a:off x="5348409" y="2363873"/>
            <a:ext cx="10409" cy="1974023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Google Shape;312;g3a32454e9ed_0_0">
            <a:extLst>
              <a:ext uri="{FF2B5EF4-FFF2-40B4-BE49-F238E27FC236}">
                <a16:creationId xmlns:a16="http://schemas.microsoft.com/office/drawing/2014/main" id="{FCBC7708-E34D-F3D9-B2ED-70482492F8D7}"/>
              </a:ext>
            </a:extLst>
          </p:cNvPr>
          <p:cNvCxnSpPr>
            <a:cxnSpLocks/>
          </p:cNvCxnSpPr>
          <p:nvPr/>
        </p:nvCxnSpPr>
        <p:spPr>
          <a:xfrm flipH="1">
            <a:off x="5065029" y="3328689"/>
            <a:ext cx="643415" cy="3368"/>
          </a:xfrm>
          <a:prstGeom prst="straightConnector1">
            <a:avLst/>
          </a:prstGeom>
          <a:ln>
            <a:headEnd type="stealth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Google Shape;312;g3a32454e9ed_0_0">
            <a:extLst>
              <a:ext uri="{FF2B5EF4-FFF2-40B4-BE49-F238E27FC236}">
                <a16:creationId xmlns:a16="http://schemas.microsoft.com/office/drawing/2014/main" id="{96A1E744-CA50-23E8-9F6F-009EF0B3BEAA}"/>
              </a:ext>
            </a:extLst>
          </p:cNvPr>
          <p:cNvCxnSpPr>
            <a:cxnSpLocks/>
          </p:cNvCxnSpPr>
          <p:nvPr/>
        </p:nvCxnSpPr>
        <p:spPr>
          <a:xfrm flipH="1">
            <a:off x="5064817" y="2367754"/>
            <a:ext cx="286767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Google Shape;312;g3a32454e9ed_0_0">
            <a:extLst>
              <a:ext uri="{FF2B5EF4-FFF2-40B4-BE49-F238E27FC236}">
                <a16:creationId xmlns:a16="http://schemas.microsoft.com/office/drawing/2014/main" id="{46498F8D-BC30-40D9-0C9A-F1FBC9994AE9}"/>
              </a:ext>
            </a:extLst>
          </p:cNvPr>
          <p:cNvCxnSpPr>
            <a:cxnSpLocks/>
          </p:cNvCxnSpPr>
          <p:nvPr/>
        </p:nvCxnSpPr>
        <p:spPr>
          <a:xfrm flipH="1">
            <a:off x="5075340" y="4342495"/>
            <a:ext cx="286767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Google Shape;246;p7">
            <a:extLst>
              <a:ext uri="{FF2B5EF4-FFF2-40B4-BE49-F238E27FC236}">
                <a16:creationId xmlns:a16="http://schemas.microsoft.com/office/drawing/2014/main" id="{0DEE7DCA-C305-EB8E-C602-795C95F4BFC2}"/>
              </a:ext>
            </a:extLst>
          </p:cNvPr>
          <p:cNvSpPr txBox="1"/>
          <p:nvPr/>
        </p:nvSpPr>
        <p:spPr>
          <a:xfrm>
            <a:off x="5052940" y="4011885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AP3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pic>
        <p:nvPicPr>
          <p:cNvPr id="18" name="Picture 4">
            <a:extLst>
              <a:ext uri="{FF2B5EF4-FFF2-40B4-BE49-F238E27FC236}">
                <a16:creationId xmlns:a16="http://schemas.microsoft.com/office/drawing/2014/main" id="{3A0F4F00-2429-B571-3203-9F8BE3BF94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5822" y="4164548"/>
            <a:ext cx="141850" cy="141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Google Shape;246;p7">
            <a:extLst>
              <a:ext uri="{FF2B5EF4-FFF2-40B4-BE49-F238E27FC236}">
                <a16:creationId xmlns:a16="http://schemas.microsoft.com/office/drawing/2014/main" id="{35E988B5-FE78-B853-815A-F9E3A374F10E}"/>
              </a:ext>
            </a:extLst>
          </p:cNvPr>
          <p:cNvSpPr txBox="1"/>
          <p:nvPr/>
        </p:nvSpPr>
        <p:spPr>
          <a:xfrm>
            <a:off x="5040240" y="2996164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AP2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pic>
        <p:nvPicPr>
          <p:cNvPr id="20" name="Picture 2">
            <a:extLst>
              <a:ext uri="{FF2B5EF4-FFF2-40B4-BE49-F238E27FC236}">
                <a16:creationId xmlns:a16="http://schemas.microsoft.com/office/drawing/2014/main" id="{36A7A234-7B56-67BE-2A61-5EFA6D82E7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3319" y="3139938"/>
            <a:ext cx="163076" cy="163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Google Shape;246;p7">
            <a:extLst>
              <a:ext uri="{FF2B5EF4-FFF2-40B4-BE49-F238E27FC236}">
                <a16:creationId xmlns:a16="http://schemas.microsoft.com/office/drawing/2014/main" id="{3AB3025D-0A61-4651-E544-6D13BA0FE0D3}"/>
              </a:ext>
            </a:extLst>
          </p:cNvPr>
          <p:cNvSpPr txBox="1"/>
          <p:nvPr/>
        </p:nvSpPr>
        <p:spPr>
          <a:xfrm>
            <a:off x="5053529" y="2040332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AP1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pic>
        <p:nvPicPr>
          <p:cNvPr id="22" name="Picture 2">
            <a:extLst>
              <a:ext uri="{FF2B5EF4-FFF2-40B4-BE49-F238E27FC236}">
                <a16:creationId xmlns:a16="http://schemas.microsoft.com/office/drawing/2014/main" id="{A8E0FCB0-664C-4376-2090-FEF2CA82A7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0860" y="2185056"/>
            <a:ext cx="163076" cy="163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174</Words>
  <Application>Microsoft Macintosh PowerPoint</Application>
  <PresentationFormat>Widescreen</PresentationFormat>
  <Paragraphs>137</Paragraphs>
  <Slides>10</Slides>
  <Notes>10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10</vt:i4>
      </vt:variant>
    </vt:vector>
  </HeadingPairs>
  <TitlesOfParts>
    <vt:vector size="16" baseType="lpstr">
      <vt:lpstr>Arial</vt:lpstr>
      <vt:lpstr>CMU SERIF ROMAN</vt:lpstr>
      <vt:lpstr>Helvetica Neue</vt:lpstr>
      <vt:lpstr>Calibri</vt:lpstr>
      <vt:lpstr>CMU SERIF ROMAN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Ivan Compagnucci</dc:creator>
  <cp:lastModifiedBy>Ivan Compagnucci</cp:lastModifiedBy>
  <cp:revision>4</cp:revision>
  <dcterms:created xsi:type="dcterms:W3CDTF">2025-05-15T14:36:40Z</dcterms:created>
  <dcterms:modified xsi:type="dcterms:W3CDTF">2025-11-13T19:45:22Z</dcterms:modified>
</cp:coreProperties>
</file>