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60" r:id="rId3"/>
    <p:sldId id="258" r:id="rId4"/>
    <p:sldId id="259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C056"/>
    <a:srgbClr val="FA5252"/>
    <a:srgbClr val="04A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712"/>
    <p:restoredTop sz="94214"/>
  </p:normalViewPr>
  <p:slideViewPr>
    <p:cSldViewPr snapToGrid="0">
      <p:cViewPr>
        <p:scale>
          <a:sx n="95" d="100"/>
          <a:sy n="95" d="100"/>
        </p:scale>
        <p:origin x="-136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969827-7A52-E846-A985-BA418795AE7E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359C4C-DACB-0444-B93C-24A10E0746A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4628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59C4C-DACB-0444-B93C-24A10E0746A7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829847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359C4C-DACB-0444-B93C-24A10E0746A7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514035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4A290A0-CBCF-7BF4-9156-6D463E2D95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9B65B49-EDF5-BF62-32EB-3401AD67BE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5607A76-2714-BD44-5BB3-E3756A769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A6EC9AB-D318-C330-3F3B-975BCFF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ADE838-FA4B-C7CA-4BF3-A5C1B41F4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9853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C758DA7-4DD9-F9AF-7B91-CB1F0D32F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6ECD46D-43F8-6600-F9B1-173C97B69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886FFD-C8DB-98A2-21B4-8A1BBCEA6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2CD234-CE85-2A93-2E4E-4CD96BF26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1A3B0DF-66A1-CEC2-E224-4E6638441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40141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C91393-500B-B486-BC9C-C717DDEFA3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A9565D-9C1C-5EEB-950C-1F3F30AB25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45C8FC9-A317-99F4-62D7-06C569113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74EE75C-29A7-EB5C-50BF-8B1FE8A93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24D0D53-287F-A861-ABA3-47CCF3FE3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38493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72FF7B-CC37-4D20-8A6D-C4A44A21F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24767D1-F561-B9ED-0908-0C0229118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6FA9D86C-512A-2C02-04F6-91F7CA875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A2A2A6B9-C827-F0C0-0AE6-5E829E5C0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E3DD18-C772-8EA1-3FDB-54D0F2313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A2A36D5-95CF-1529-CBB2-F7965C24D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614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921D3A-C5EE-BF8F-B766-98EAA6DD8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ACA134A-A0DC-4F87-E2FE-2769BF45AC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6DDBB32-47FA-E2FC-8613-70E5AD1DE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8616E3B5-5E3F-3100-BDCD-352982356D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5B62486-4B5C-32EB-70E3-46F5707B08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0400AC-94D7-8ACF-CF88-A2E45C7CB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886896C-09D5-F0FA-C4B9-5E9C929E5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450F5D-7695-64AB-9E49-A545DA123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4600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7FF7E0-8055-E866-8E48-89D3A2860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A9F2063-C232-E490-A31A-C03DB25D3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0C92E4D-0765-4F2A-E289-721C31186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C0E9982-00C5-C457-418F-A838296F6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44871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B1AD475D-6013-757F-E4A2-024F046DE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284AB9A-CEDE-D2BE-34AD-61844C9E3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3E7F5F7-F09C-2DB0-661F-B84B5BB81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02738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27B3B2-D17E-6BE0-E0D7-F9C06D7EF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4E1B86-C414-6F64-C60E-D7171BB8D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35C257D-486F-83E1-FC97-381D72DC79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1EB58F3-F4A9-2536-8225-771277CEC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C42EECB-CA0B-8C2D-0078-D87B0D85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32D6F5C-9A8D-7E40-3A05-95D20D26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99340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174712-9541-618C-EC6B-A556DEDE9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6DD1210C-CE73-1917-2278-1E7F65E2E9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4BD6B4F-0F35-4A63-D346-EEF5771E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AE68E14-F341-6C50-3A81-BA6178866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9DDE21C-67FD-18AD-2CE8-29DBEC88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0296CC6-5626-50FC-FF3D-969AC24ED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04218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22964C-4ADB-BEBC-D950-AB66E9A65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859D0B00-4179-ECB4-99E5-E18253C048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6D6814A-38C3-5CB2-A3D8-4FA5D057F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F404C24-871C-F374-3E69-C9E3C4B38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BE9DC47-F96C-C4DE-02B0-94DC17764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3093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122DB420-7BA7-C391-B4BE-6E702068C4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C0CF869-BACD-4ED9-9C9F-AFCCB0B3C8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92DFB30-E9A6-2002-1295-85FC0DF49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6D97912-6591-28B7-037E-973760069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75766EA-DDEA-5A6E-B107-1115A881F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8520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3C726FD-C9CE-DA0E-60CA-2E601ACD7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7C5362A-2BA8-B9CA-CF9F-2266DCD3F3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A2D646-27A6-CA8A-9175-6F9AA84EAD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780F00-E3F4-264D-8668-8D6905897A40}" type="datetimeFigureOut">
              <a:rPr lang="it-IT" smtClean="0"/>
              <a:t>27/10/25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37CA564-65CD-B2BC-14CE-761CEFA0CE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FE09A66-72D1-1B55-4974-7E48613836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6D022D-20DF-594F-A780-90A24838AC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04631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emf"/><Relationship Id="rId9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emf"/><Relationship Id="rId7" Type="http://schemas.openxmlformats.org/officeDocument/2006/relationships/image" Target="../media/image7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4.png"/><Relationship Id="rId5" Type="http://schemas.microsoft.com/office/2007/relationships/hdphoto" Target="../media/hdphoto1.wdp"/><Relationship Id="rId10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4.png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5.png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E6E50396-DC60-4C5F-FA90-0C32CDCF4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64555" y="967409"/>
            <a:ext cx="12521109" cy="5660885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5BB661C-626B-98C3-52B4-A8F9EF2B7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0886" y="1793463"/>
            <a:ext cx="870226" cy="870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444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E2B05-3C34-9879-B20F-5367B424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0C93AD00-7089-928C-D121-9C8AA3B5E2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627" r="6484"/>
          <a:stretch>
            <a:fillRect/>
          </a:stretch>
        </p:blipFill>
        <p:spPr>
          <a:xfrm>
            <a:off x="92550" y="1274734"/>
            <a:ext cx="12099449" cy="427365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CBBCFA7A-52CB-2489-A661-6B51EA19C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9294" y="2435589"/>
            <a:ext cx="993411" cy="993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180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87C03-3EB9-3115-51E2-DBE9F441E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DFE68718-F5E5-74FA-AE88-A8976DEA3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94853" y="0"/>
            <a:ext cx="13981705" cy="6842111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30BC27E9-D03D-DD00-CB7C-0AB3C42A4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11" y="1669477"/>
            <a:ext cx="870226" cy="87022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D0B654E-5D75-3D8E-4B65-9F0561BFCF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11" y="4397179"/>
            <a:ext cx="870226" cy="870226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5025CAD3-A50B-67EC-CFB5-C796D31BA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330" y="3108238"/>
            <a:ext cx="1083460" cy="108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414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C369D-E614-1B4E-FAF7-E9DC8D2E4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BEFA0E5-8E63-67F2-2BA6-5F592E2EE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725" y="2752082"/>
            <a:ext cx="1316027" cy="1316027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DE3A16BE-9C40-FAC6-64E1-F711CD507501}"/>
              </a:ext>
            </a:extLst>
          </p:cNvPr>
          <p:cNvSpPr txBox="1"/>
          <p:nvPr/>
        </p:nvSpPr>
        <p:spPr>
          <a:xfrm>
            <a:off x="4827677" y="4192447"/>
            <a:ext cx="1419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AI Agent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461B64E2-0149-45AB-380A-A6757E9D0E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991" t="13014" r="73619" b="16316"/>
          <a:stretch>
            <a:fillRect/>
          </a:stretch>
        </p:blipFill>
        <p:spPr>
          <a:xfrm>
            <a:off x="3611326" y="2098592"/>
            <a:ext cx="770795" cy="2773977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332D6217-53BE-2D81-58D1-FF66CCACD6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7766" y="1646233"/>
            <a:ext cx="1047279" cy="1047279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105B329C-4CBC-0B10-F0EA-64675BE0EB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6122" y="4265599"/>
            <a:ext cx="814661" cy="814661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CB6DC74-43BA-4A1F-6021-EB948048916F}"/>
              </a:ext>
            </a:extLst>
          </p:cNvPr>
          <p:cNvSpPr txBox="1"/>
          <p:nvPr/>
        </p:nvSpPr>
        <p:spPr>
          <a:xfrm>
            <a:off x="2191483" y="2693512"/>
            <a:ext cx="14198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Reasoning Model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9CE61FBE-7351-02D4-6491-ED778FC686FF}"/>
              </a:ext>
            </a:extLst>
          </p:cNvPr>
          <p:cNvSpPr txBox="1"/>
          <p:nvPr/>
        </p:nvSpPr>
        <p:spPr>
          <a:xfrm>
            <a:off x="1979809" y="5118757"/>
            <a:ext cx="18309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Instructions &amp;</a:t>
            </a:r>
          </a:p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Guardrails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269A3A0-9DCC-FE13-906E-372292CF4C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1633" t="27703" r="12779" b="29729"/>
          <a:stretch>
            <a:fillRect/>
          </a:stretch>
        </p:blipFill>
        <p:spPr>
          <a:xfrm>
            <a:off x="6293242" y="3119820"/>
            <a:ext cx="1402080" cy="877824"/>
          </a:xfrm>
          <a:prstGeom prst="rect">
            <a:avLst/>
          </a:prstGeom>
        </p:spPr>
      </p:pic>
      <p:pic>
        <p:nvPicPr>
          <p:cNvPr id="35" name="Immagine 34">
            <a:extLst>
              <a:ext uri="{FF2B5EF4-FFF2-40B4-BE49-F238E27FC236}">
                <a16:creationId xmlns:a16="http://schemas.microsoft.com/office/drawing/2014/main" id="{EF2167E2-704D-2314-D39B-9831286833D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221" t="6241" r="5899"/>
          <a:stretch>
            <a:fillRect/>
          </a:stretch>
        </p:blipFill>
        <p:spPr>
          <a:xfrm>
            <a:off x="9680570" y="2782420"/>
            <a:ext cx="1727569" cy="1293159"/>
          </a:xfrm>
          <a:prstGeom prst="rect">
            <a:avLst/>
          </a:prstGeom>
        </p:spPr>
      </p:pic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0E7D4C95-D0AE-DCF8-5925-791892B27FC9}"/>
              </a:ext>
            </a:extLst>
          </p:cNvPr>
          <p:cNvSpPr txBox="1"/>
          <p:nvPr/>
        </p:nvSpPr>
        <p:spPr>
          <a:xfrm>
            <a:off x="9847879" y="4192447"/>
            <a:ext cx="1419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Tool</a:t>
            </a:r>
          </a:p>
        </p:txBody>
      </p:sp>
      <p:pic>
        <p:nvPicPr>
          <p:cNvPr id="37" name="Immagine 36">
            <a:extLst>
              <a:ext uri="{FF2B5EF4-FFF2-40B4-BE49-F238E27FC236}">
                <a16:creationId xmlns:a16="http://schemas.microsoft.com/office/drawing/2014/main" id="{D698E9A2-F635-B238-A55A-D9AC3BA694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93537" y="3138693"/>
            <a:ext cx="689310" cy="689310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A97AD9C2-8F3D-D9B5-A96A-C2F604C9AB5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H="1">
            <a:off x="11169742" y="187343"/>
            <a:ext cx="476794" cy="476794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5E177C74-6889-B3EB-A1EB-26934444AE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3535" y="1388117"/>
            <a:ext cx="686601" cy="686601"/>
          </a:xfrm>
          <a:prstGeom prst="rect">
            <a:avLst/>
          </a:prstGeom>
        </p:spPr>
      </p:pic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68D89E16-6A2E-05B9-F976-CB7BCF5E8206}"/>
              </a:ext>
            </a:extLst>
          </p:cNvPr>
          <p:cNvSpPr txBox="1"/>
          <p:nvPr/>
        </p:nvSpPr>
        <p:spPr>
          <a:xfrm>
            <a:off x="-45068" y="2098914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Past </a:t>
            </a:r>
          </a:p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Simulations</a:t>
            </a:r>
          </a:p>
        </p:txBody>
      </p:sp>
      <p:cxnSp>
        <p:nvCxnSpPr>
          <p:cNvPr id="53" name="Connettore 1 52">
            <a:extLst>
              <a:ext uri="{FF2B5EF4-FFF2-40B4-BE49-F238E27FC236}">
                <a16:creationId xmlns:a16="http://schemas.microsoft.com/office/drawing/2014/main" id="{51D2D893-BAFB-2C09-343B-53B236918846}"/>
              </a:ext>
            </a:extLst>
          </p:cNvPr>
          <p:cNvCxnSpPr>
            <a:cxnSpLocks/>
          </p:cNvCxnSpPr>
          <p:nvPr/>
        </p:nvCxnSpPr>
        <p:spPr>
          <a:xfrm flipV="1">
            <a:off x="1354860" y="2820888"/>
            <a:ext cx="733616" cy="452729"/>
          </a:xfrm>
          <a:prstGeom prst="line">
            <a:avLst/>
          </a:prstGeom>
          <a:ln w="254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57E09449-99A5-8BC1-9D1A-72EDD5F66DDE}"/>
              </a:ext>
            </a:extLst>
          </p:cNvPr>
          <p:cNvSpPr txBox="1"/>
          <p:nvPr/>
        </p:nvSpPr>
        <p:spPr>
          <a:xfrm>
            <a:off x="10590903" y="706906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Performance Objective</a:t>
            </a:r>
          </a:p>
        </p:txBody>
      </p:sp>
      <p:cxnSp>
        <p:nvCxnSpPr>
          <p:cNvPr id="56" name="Connettore 1 55">
            <a:extLst>
              <a:ext uri="{FF2B5EF4-FFF2-40B4-BE49-F238E27FC236}">
                <a16:creationId xmlns:a16="http://schemas.microsoft.com/office/drawing/2014/main" id="{9C46CA45-6C47-B7B0-8928-372868493B08}"/>
              </a:ext>
            </a:extLst>
          </p:cNvPr>
          <p:cNvCxnSpPr>
            <a:cxnSpLocks/>
          </p:cNvCxnSpPr>
          <p:nvPr/>
        </p:nvCxnSpPr>
        <p:spPr>
          <a:xfrm>
            <a:off x="1354860" y="2135087"/>
            <a:ext cx="733616" cy="452729"/>
          </a:xfrm>
          <a:prstGeom prst="line">
            <a:avLst/>
          </a:prstGeom>
          <a:ln w="254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0F551BBB-4D29-88A8-5C00-13D167484084}"/>
              </a:ext>
            </a:extLst>
          </p:cNvPr>
          <p:cNvSpPr txBox="1"/>
          <p:nvPr/>
        </p:nvSpPr>
        <p:spPr>
          <a:xfrm>
            <a:off x="-54981" y="3705933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Prior </a:t>
            </a:r>
          </a:p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Knowledge</a:t>
            </a:r>
          </a:p>
        </p:txBody>
      </p:sp>
      <p:pic>
        <p:nvPicPr>
          <p:cNvPr id="60" name="Immagine 59">
            <a:extLst>
              <a:ext uri="{FF2B5EF4-FFF2-40B4-BE49-F238E27FC236}">
                <a16:creationId xmlns:a16="http://schemas.microsoft.com/office/drawing/2014/main" id="{17BD20D0-CBFF-A506-1082-6E0D75D5325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2256" t="8455" r="13013" b="8033"/>
          <a:stretch>
            <a:fillRect/>
          </a:stretch>
        </p:blipFill>
        <p:spPr>
          <a:xfrm>
            <a:off x="507983" y="3010784"/>
            <a:ext cx="559365" cy="625088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C7D1155C-CE93-917B-D761-60612007FE74}"/>
              </a:ext>
            </a:extLst>
          </p:cNvPr>
          <p:cNvSpPr txBox="1"/>
          <p:nvPr/>
        </p:nvSpPr>
        <p:spPr>
          <a:xfrm>
            <a:off x="7532345" y="3922260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Configuration</a:t>
            </a:r>
          </a:p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File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AA72E77-1DE2-5443-30CD-6687A9314EC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394" t="13014" r="61844" b="16316"/>
          <a:stretch>
            <a:fillRect/>
          </a:stretch>
        </p:blipFill>
        <p:spPr>
          <a:xfrm>
            <a:off x="4376798" y="2098591"/>
            <a:ext cx="600988" cy="2773977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5ED84511-ECC3-395D-6EB8-637FEF4321A8}"/>
              </a:ext>
            </a:extLst>
          </p:cNvPr>
          <p:cNvCxnSpPr>
            <a:cxnSpLocks/>
          </p:cNvCxnSpPr>
          <p:nvPr/>
        </p:nvCxnSpPr>
        <p:spPr>
          <a:xfrm>
            <a:off x="8818724" y="3545285"/>
            <a:ext cx="681062" cy="0"/>
          </a:xfrm>
          <a:prstGeom prst="line">
            <a:avLst/>
          </a:prstGeom>
          <a:ln w="22225" cap="rnd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4104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0B34C-1078-6914-2EA2-8655AB41E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magine 20">
            <a:extLst>
              <a:ext uri="{FF2B5EF4-FFF2-40B4-BE49-F238E27FC236}">
                <a16:creationId xmlns:a16="http://schemas.microsoft.com/office/drawing/2014/main" id="{74D27F7D-4D97-4D1E-9F5B-A8F988B341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1633" t="27703" r="12779" b="29729"/>
          <a:stretch>
            <a:fillRect/>
          </a:stretch>
        </p:blipFill>
        <p:spPr>
          <a:xfrm>
            <a:off x="6293242" y="3119820"/>
            <a:ext cx="1402080" cy="877824"/>
          </a:xfrm>
          <a:prstGeom prst="rect">
            <a:avLst/>
          </a:prstGeom>
        </p:spPr>
      </p:pic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E5135847-22BA-8C65-EBEF-F4234462002B}"/>
              </a:ext>
            </a:extLst>
          </p:cNvPr>
          <p:cNvSpPr txBox="1"/>
          <p:nvPr/>
        </p:nvSpPr>
        <p:spPr>
          <a:xfrm>
            <a:off x="9512278" y="3903905"/>
            <a:ext cx="1419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 err="1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Federated</a:t>
            </a:r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 Learning Tool</a:t>
            </a:r>
          </a:p>
        </p:txBody>
      </p:sp>
      <p:pic>
        <p:nvPicPr>
          <p:cNvPr id="37" name="Immagine 36">
            <a:extLst>
              <a:ext uri="{FF2B5EF4-FFF2-40B4-BE49-F238E27FC236}">
                <a16:creationId xmlns:a16="http://schemas.microsoft.com/office/drawing/2014/main" id="{D381F7C5-B873-C2A5-3480-A07DD47125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93537" y="3138693"/>
            <a:ext cx="689310" cy="689310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8987AE85-A3EE-2003-516C-9B89884DA525}"/>
              </a:ext>
            </a:extLst>
          </p:cNvPr>
          <p:cNvSpPr txBox="1"/>
          <p:nvPr/>
        </p:nvSpPr>
        <p:spPr>
          <a:xfrm>
            <a:off x="7532345" y="3922260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Configuration</a:t>
            </a:r>
          </a:p>
          <a:p>
            <a:pPr algn="ctr"/>
            <a:r>
              <a:rPr lang="it-IT" sz="14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File</a:t>
            </a:r>
          </a:p>
        </p:txBody>
      </p:sp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D8E1FC98-EE29-8F01-D60B-FB992779E02A}"/>
              </a:ext>
            </a:extLst>
          </p:cNvPr>
          <p:cNvCxnSpPr>
            <a:cxnSpLocks/>
          </p:cNvCxnSpPr>
          <p:nvPr/>
        </p:nvCxnSpPr>
        <p:spPr>
          <a:xfrm>
            <a:off x="8818724" y="3545285"/>
            <a:ext cx="681062" cy="0"/>
          </a:xfrm>
          <a:prstGeom prst="line">
            <a:avLst/>
          </a:prstGeom>
          <a:ln w="22225" cap="rnd"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Immagine 31">
            <a:extLst>
              <a:ext uri="{FF2B5EF4-FFF2-40B4-BE49-F238E27FC236}">
                <a16:creationId xmlns:a16="http://schemas.microsoft.com/office/drawing/2014/main" id="{A49E73BD-CA39-48AC-94C9-EDC0AC4350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1288" y="2681617"/>
            <a:ext cx="1316027" cy="1316027"/>
          </a:xfrm>
          <a:prstGeom prst="rect">
            <a:avLst/>
          </a:prstGeom>
        </p:spPr>
      </p:pic>
      <p:sp>
        <p:nvSpPr>
          <p:cNvPr id="33" name="CasellaDiTesto 32">
            <a:extLst>
              <a:ext uri="{FF2B5EF4-FFF2-40B4-BE49-F238E27FC236}">
                <a16:creationId xmlns:a16="http://schemas.microsoft.com/office/drawing/2014/main" id="{95EA2623-A7E1-249A-F464-5858CE01ABB8}"/>
              </a:ext>
            </a:extLst>
          </p:cNvPr>
          <p:cNvSpPr txBox="1"/>
          <p:nvPr/>
        </p:nvSpPr>
        <p:spPr>
          <a:xfrm>
            <a:off x="4815478" y="4116749"/>
            <a:ext cx="15262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AI Agent</a:t>
            </a:r>
          </a:p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(Coordinator)</a:t>
            </a:r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6E14ACB5-D1E4-F12D-C70C-59101DA166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187" t="13014" r="61844" b="16316"/>
          <a:stretch>
            <a:fillRect/>
          </a:stretch>
        </p:blipFill>
        <p:spPr>
          <a:xfrm rot="19257174">
            <a:off x="4177396" y="2922701"/>
            <a:ext cx="831171" cy="2773977"/>
          </a:xfrm>
          <a:prstGeom prst="rect">
            <a:avLst/>
          </a:prstGeom>
        </p:spPr>
      </p:pic>
      <p:pic>
        <p:nvPicPr>
          <p:cNvPr id="41" name="Immagine 40">
            <a:extLst>
              <a:ext uri="{FF2B5EF4-FFF2-40B4-BE49-F238E27FC236}">
                <a16:creationId xmlns:a16="http://schemas.microsoft.com/office/drawing/2014/main" id="{DBDAAD70-DB77-AF3F-D916-E750F86412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187" t="13014" r="61844" b="16316"/>
          <a:stretch>
            <a:fillRect/>
          </a:stretch>
        </p:blipFill>
        <p:spPr>
          <a:xfrm rot="2418113">
            <a:off x="4177396" y="1280570"/>
            <a:ext cx="831171" cy="2773977"/>
          </a:xfrm>
          <a:prstGeom prst="rect">
            <a:avLst/>
          </a:prstGeom>
        </p:spPr>
      </p:pic>
      <p:grpSp>
        <p:nvGrpSpPr>
          <p:cNvPr id="42" name="Gruppo 41">
            <a:extLst>
              <a:ext uri="{FF2B5EF4-FFF2-40B4-BE49-F238E27FC236}">
                <a16:creationId xmlns:a16="http://schemas.microsoft.com/office/drawing/2014/main" id="{FCAA2928-4C9C-6F47-4E40-546AEA0FA417}"/>
              </a:ext>
            </a:extLst>
          </p:cNvPr>
          <p:cNvGrpSpPr/>
          <p:nvPr/>
        </p:nvGrpSpPr>
        <p:grpSpPr>
          <a:xfrm>
            <a:off x="457071" y="757215"/>
            <a:ext cx="3791825" cy="2802333"/>
            <a:chOff x="1507601" y="1040876"/>
            <a:chExt cx="6451997" cy="4352009"/>
          </a:xfrm>
        </p:grpSpPr>
        <p:sp>
          <p:nvSpPr>
            <p:cNvPr id="43" name="CasellaDiTesto 42">
              <a:extLst>
                <a:ext uri="{FF2B5EF4-FFF2-40B4-BE49-F238E27FC236}">
                  <a16:creationId xmlns:a16="http://schemas.microsoft.com/office/drawing/2014/main" id="{62FF74A5-EA18-1BDA-B47D-8A5717DCE0B6}"/>
                </a:ext>
              </a:extLst>
            </p:cNvPr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AI Agent</a:t>
              </a:r>
            </a:p>
          </p:txBody>
        </p:sp>
        <p:pic>
          <p:nvPicPr>
            <p:cNvPr id="44" name="Immagine 43">
              <a:extLst>
                <a:ext uri="{FF2B5EF4-FFF2-40B4-BE49-F238E27FC236}">
                  <a16:creationId xmlns:a16="http://schemas.microsoft.com/office/drawing/2014/main" id="{39E256AE-8090-26F1-DC30-6A302EFCC3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8991" t="13014" r="73619" b="16316"/>
            <a:stretch>
              <a:fillRect/>
            </a:stretch>
          </p:blipFill>
          <p:spPr>
            <a:xfrm>
              <a:off x="5173908" y="1751351"/>
              <a:ext cx="770795" cy="2773977"/>
            </a:xfrm>
            <a:prstGeom prst="rect">
              <a:avLst/>
            </a:prstGeom>
          </p:spPr>
        </p:pic>
        <p:pic>
          <p:nvPicPr>
            <p:cNvPr id="45" name="Immagine 44">
              <a:extLst>
                <a:ext uri="{FF2B5EF4-FFF2-40B4-BE49-F238E27FC236}">
                  <a16:creationId xmlns:a16="http://schemas.microsoft.com/office/drawing/2014/main" id="{735B709E-05A6-F66C-13F2-74E88F3337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</p:spPr>
        </p:pic>
        <p:pic>
          <p:nvPicPr>
            <p:cNvPr id="46" name="Immagine 45">
              <a:extLst>
                <a:ext uri="{FF2B5EF4-FFF2-40B4-BE49-F238E27FC236}">
                  <a16:creationId xmlns:a16="http://schemas.microsoft.com/office/drawing/2014/main" id="{5C69CAAB-8384-1893-F283-609E4AD8076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</p:spPr>
        </p:pic>
        <p:sp>
          <p:nvSpPr>
            <p:cNvPr id="47" name="CasellaDiTesto 46">
              <a:extLst>
                <a:ext uri="{FF2B5EF4-FFF2-40B4-BE49-F238E27FC236}">
                  <a16:creationId xmlns:a16="http://schemas.microsoft.com/office/drawing/2014/main" id="{F4EDEEA3-1E9B-7403-F33F-1585A054F72D}"/>
                </a:ext>
              </a:extLst>
            </p:cNvPr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Reasoning Model</a:t>
              </a:r>
            </a:p>
          </p:txBody>
        </p:sp>
        <p:sp>
          <p:nvSpPr>
            <p:cNvPr id="48" name="CasellaDiTesto 47">
              <a:extLst>
                <a:ext uri="{FF2B5EF4-FFF2-40B4-BE49-F238E27FC236}">
                  <a16:creationId xmlns:a16="http://schemas.microsoft.com/office/drawing/2014/main" id="{D4C1E8B1-FB07-1C56-9F35-9899B9E83264}"/>
                </a:ext>
              </a:extLst>
            </p:cNvPr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Instructions &amp;</a:t>
              </a:r>
            </a:p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Guardrails</a:t>
              </a:r>
            </a:p>
          </p:txBody>
        </p:sp>
        <p:pic>
          <p:nvPicPr>
            <p:cNvPr id="49" name="Immagine 48">
              <a:extLst>
                <a:ext uri="{FF2B5EF4-FFF2-40B4-BE49-F238E27FC236}">
                  <a16:creationId xmlns:a16="http://schemas.microsoft.com/office/drawing/2014/main" id="{AF6E17B4-3D7F-B2CD-0A39-7FE46ADB1EC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</p:spPr>
        </p:pic>
        <p:sp>
          <p:nvSpPr>
            <p:cNvPr id="50" name="CasellaDiTesto 49">
              <a:extLst>
                <a:ext uri="{FF2B5EF4-FFF2-40B4-BE49-F238E27FC236}">
                  <a16:creationId xmlns:a16="http://schemas.microsoft.com/office/drawing/2014/main" id="{208C2D25-3B7C-5922-E210-8B05E40060EA}"/>
                </a:ext>
              </a:extLst>
            </p:cNvPr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Past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Simulations</a:t>
              </a:r>
            </a:p>
          </p:txBody>
        </p:sp>
        <p:cxnSp>
          <p:nvCxnSpPr>
            <p:cNvPr id="51" name="Connettore 1 50">
              <a:extLst>
                <a:ext uri="{FF2B5EF4-FFF2-40B4-BE49-F238E27FC236}">
                  <a16:creationId xmlns:a16="http://schemas.microsoft.com/office/drawing/2014/main" id="{958FF448-12A9-CDEC-6044-5A85A3F712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442" y="2473647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Connettore 1 51">
              <a:extLst>
                <a:ext uri="{FF2B5EF4-FFF2-40B4-BE49-F238E27FC236}">
                  <a16:creationId xmlns:a16="http://schemas.microsoft.com/office/drawing/2014/main" id="{8F24639D-D223-B2A6-E24E-09C8590819DB}"/>
                </a:ext>
              </a:extLst>
            </p:cNvPr>
            <p:cNvCxnSpPr>
              <a:cxnSpLocks/>
            </p:cNvCxnSpPr>
            <p:nvPr/>
          </p:nvCxnSpPr>
          <p:spPr>
            <a:xfrm>
              <a:off x="2917442" y="1787846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C0D192E4-FC65-C309-63A6-6AF423F39E48}"/>
                </a:ext>
              </a:extLst>
            </p:cNvPr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Prior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Knowledge</a:t>
              </a:r>
            </a:p>
          </p:txBody>
        </p:sp>
        <p:pic>
          <p:nvPicPr>
            <p:cNvPr id="57" name="Immagine 56">
              <a:extLst>
                <a:ext uri="{FF2B5EF4-FFF2-40B4-BE49-F238E27FC236}">
                  <a16:creationId xmlns:a16="http://schemas.microsoft.com/office/drawing/2014/main" id="{1FA01FFB-7612-4047-FA37-9899EA653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2256" t="8455" r="13013" b="8033"/>
            <a:stretch>
              <a:fillRect/>
            </a:stretch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</p:spPr>
        </p:pic>
        <p:pic>
          <p:nvPicPr>
            <p:cNvPr id="59" name="Immagine 58">
              <a:extLst>
                <a:ext uri="{FF2B5EF4-FFF2-40B4-BE49-F238E27FC236}">
                  <a16:creationId xmlns:a16="http://schemas.microsoft.com/office/drawing/2014/main" id="{AF28A372-ACA9-A4EC-24CD-54CD0B18C5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2394" t="13014" r="61844" b="16316"/>
            <a:stretch>
              <a:fillRect/>
            </a:stretch>
          </p:blipFill>
          <p:spPr>
            <a:xfrm>
              <a:off x="5939380" y="1751350"/>
              <a:ext cx="600988" cy="2773977"/>
            </a:xfrm>
            <a:prstGeom prst="rect">
              <a:avLst/>
            </a:prstGeom>
          </p:spPr>
        </p:pic>
        <p:pic>
          <p:nvPicPr>
            <p:cNvPr id="61" name="Immagine 60">
              <a:extLst>
                <a:ext uri="{FF2B5EF4-FFF2-40B4-BE49-F238E27FC236}">
                  <a16:creationId xmlns:a16="http://schemas.microsoft.com/office/drawing/2014/main" id="{FE748C05-515C-4B8F-B32C-93FF57A1F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</p:spPr>
        </p:pic>
        <p:sp>
          <p:nvSpPr>
            <p:cNvPr id="62" name="Rettangolo con angoli arrotondati 61">
              <a:extLst>
                <a:ext uri="{FF2B5EF4-FFF2-40B4-BE49-F238E27FC236}">
                  <a16:creationId xmlns:a16="http://schemas.microsoft.com/office/drawing/2014/main" id="{F319CA01-6486-23ED-B513-FF698D0C36C9}"/>
                </a:ext>
              </a:extLst>
            </p:cNvPr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900" dirty="0">
                  <a:solidFill>
                    <a:schemeClr val="tx1"/>
                  </a:solidFill>
                  <a:latin typeface="Helvetica" pitchFamily="2" charset="0"/>
                </a:rPr>
                <a:t>Client Selector</a:t>
              </a:r>
            </a:p>
          </p:txBody>
        </p:sp>
      </p:grp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F8D3F0EB-0F68-5CAF-5829-EF684DEB3FF8}"/>
              </a:ext>
            </a:extLst>
          </p:cNvPr>
          <p:cNvGrpSpPr/>
          <p:nvPr/>
        </p:nvGrpSpPr>
        <p:grpSpPr>
          <a:xfrm>
            <a:off x="482509" y="3748905"/>
            <a:ext cx="3777967" cy="2802333"/>
            <a:chOff x="1507601" y="1040876"/>
            <a:chExt cx="6428417" cy="4352009"/>
          </a:xfrm>
        </p:grpSpPr>
        <p:sp>
          <p:nvSpPr>
            <p:cNvPr id="64" name="CasellaDiTesto 63">
              <a:extLst>
                <a:ext uri="{FF2B5EF4-FFF2-40B4-BE49-F238E27FC236}">
                  <a16:creationId xmlns:a16="http://schemas.microsoft.com/office/drawing/2014/main" id="{075085BA-EA3B-AF4F-242E-AB390F4C9726}"/>
                </a:ext>
              </a:extLst>
            </p:cNvPr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AI Agent</a:t>
              </a:r>
            </a:p>
          </p:txBody>
        </p:sp>
        <p:pic>
          <p:nvPicPr>
            <p:cNvPr id="65" name="Immagine 64">
              <a:extLst>
                <a:ext uri="{FF2B5EF4-FFF2-40B4-BE49-F238E27FC236}">
                  <a16:creationId xmlns:a16="http://schemas.microsoft.com/office/drawing/2014/main" id="{ABF07EFB-19D4-1E1E-2B9D-63F0AF35CA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8991" t="13014" r="73619" b="16316"/>
            <a:stretch>
              <a:fillRect/>
            </a:stretch>
          </p:blipFill>
          <p:spPr>
            <a:xfrm>
              <a:off x="5173908" y="1751351"/>
              <a:ext cx="770795" cy="2773977"/>
            </a:xfrm>
            <a:prstGeom prst="rect">
              <a:avLst/>
            </a:prstGeom>
          </p:spPr>
        </p:pic>
        <p:pic>
          <p:nvPicPr>
            <p:cNvPr id="66" name="Immagine 65">
              <a:extLst>
                <a:ext uri="{FF2B5EF4-FFF2-40B4-BE49-F238E27FC236}">
                  <a16:creationId xmlns:a16="http://schemas.microsoft.com/office/drawing/2014/main" id="{0529B65F-F99D-6D32-5E6A-D742F160671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</p:spPr>
        </p:pic>
        <p:pic>
          <p:nvPicPr>
            <p:cNvPr id="67" name="Immagine 66">
              <a:extLst>
                <a:ext uri="{FF2B5EF4-FFF2-40B4-BE49-F238E27FC236}">
                  <a16:creationId xmlns:a16="http://schemas.microsoft.com/office/drawing/2014/main" id="{118D6E59-EDCA-57DE-F46A-D07829F90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</p:spPr>
        </p:pic>
        <p:sp>
          <p:nvSpPr>
            <p:cNvPr id="68" name="CasellaDiTesto 67">
              <a:extLst>
                <a:ext uri="{FF2B5EF4-FFF2-40B4-BE49-F238E27FC236}">
                  <a16:creationId xmlns:a16="http://schemas.microsoft.com/office/drawing/2014/main" id="{223007F5-591C-5FE2-7893-83154532588A}"/>
                </a:ext>
              </a:extLst>
            </p:cNvPr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Reasoning Model</a:t>
              </a:r>
            </a:p>
          </p:txBody>
        </p:sp>
        <p:sp>
          <p:nvSpPr>
            <p:cNvPr id="69" name="CasellaDiTesto 68">
              <a:extLst>
                <a:ext uri="{FF2B5EF4-FFF2-40B4-BE49-F238E27FC236}">
                  <a16:creationId xmlns:a16="http://schemas.microsoft.com/office/drawing/2014/main" id="{2BBA1332-8D84-BFF5-3507-0616B45BFB12}"/>
                </a:ext>
              </a:extLst>
            </p:cNvPr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Instructions &amp;</a:t>
              </a:r>
            </a:p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Guardrails</a:t>
              </a:r>
            </a:p>
          </p:txBody>
        </p:sp>
        <p:pic>
          <p:nvPicPr>
            <p:cNvPr id="70" name="Immagine 69">
              <a:extLst>
                <a:ext uri="{FF2B5EF4-FFF2-40B4-BE49-F238E27FC236}">
                  <a16:creationId xmlns:a16="http://schemas.microsoft.com/office/drawing/2014/main" id="{5DAA378F-A3F8-830F-3DFC-86D406928E7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</p:spPr>
        </p:pic>
        <p:sp>
          <p:nvSpPr>
            <p:cNvPr id="71" name="CasellaDiTesto 70">
              <a:extLst>
                <a:ext uri="{FF2B5EF4-FFF2-40B4-BE49-F238E27FC236}">
                  <a16:creationId xmlns:a16="http://schemas.microsoft.com/office/drawing/2014/main" id="{27620930-7212-4E2B-BB4F-4F53584072FB}"/>
                </a:ext>
              </a:extLst>
            </p:cNvPr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Past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Simulations</a:t>
              </a:r>
            </a:p>
          </p:txBody>
        </p:sp>
        <p:cxnSp>
          <p:nvCxnSpPr>
            <p:cNvPr id="72" name="Connettore 1 71">
              <a:extLst>
                <a:ext uri="{FF2B5EF4-FFF2-40B4-BE49-F238E27FC236}">
                  <a16:creationId xmlns:a16="http://schemas.microsoft.com/office/drawing/2014/main" id="{FC071ACD-7C8E-AF8C-87DA-9B0CCBD8C0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442" y="2473647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Connettore 1 72">
              <a:extLst>
                <a:ext uri="{FF2B5EF4-FFF2-40B4-BE49-F238E27FC236}">
                  <a16:creationId xmlns:a16="http://schemas.microsoft.com/office/drawing/2014/main" id="{F03C5AFC-0C7D-AAF3-B3FE-531B146761DE}"/>
                </a:ext>
              </a:extLst>
            </p:cNvPr>
            <p:cNvCxnSpPr>
              <a:cxnSpLocks/>
            </p:cNvCxnSpPr>
            <p:nvPr/>
          </p:nvCxnSpPr>
          <p:spPr>
            <a:xfrm>
              <a:off x="2917442" y="1787846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A03DE305-E5C9-2E11-27D6-4DDDBBC48B36}"/>
                </a:ext>
              </a:extLst>
            </p:cNvPr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Prior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Knowledge</a:t>
              </a:r>
            </a:p>
          </p:txBody>
        </p:sp>
        <p:pic>
          <p:nvPicPr>
            <p:cNvPr id="75" name="Immagine 74">
              <a:extLst>
                <a:ext uri="{FF2B5EF4-FFF2-40B4-BE49-F238E27FC236}">
                  <a16:creationId xmlns:a16="http://schemas.microsoft.com/office/drawing/2014/main" id="{381E1592-491B-2B0B-204E-525F0B985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12256" t="8455" r="13013" b="8033"/>
            <a:stretch>
              <a:fillRect/>
            </a:stretch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</p:spPr>
        </p:pic>
        <p:pic>
          <p:nvPicPr>
            <p:cNvPr id="76" name="Immagine 75">
              <a:extLst>
                <a:ext uri="{FF2B5EF4-FFF2-40B4-BE49-F238E27FC236}">
                  <a16:creationId xmlns:a16="http://schemas.microsoft.com/office/drawing/2014/main" id="{8105B38F-9ECF-EA81-085F-5AC92F66F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2394" t="13014" r="61844" b="16316"/>
            <a:stretch>
              <a:fillRect/>
            </a:stretch>
          </p:blipFill>
          <p:spPr>
            <a:xfrm>
              <a:off x="5939380" y="1751350"/>
              <a:ext cx="600988" cy="2773977"/>
            </a:xfrm>
            <a:prstGeom prst="rect">
              <a:avLst/>
            </a:prstGeom>
          </p:spPr>
        </p:pic>
        <p:pic>
          <p:nvPicPr>
            <p:cNvPr id="77" name="Immagine 76">
              <a:extLst>
                <a:ext uri="{FF2B5EF4-FFF2-40B4-BE49-F238E27FC236}">
                  <a16:creationId xmlns:a16="http://schemas.microsoft.com/office/drawing/2014/main" id="{457A5F7D-E113-F725-62D9-3639A56FC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</p:spPr>
        </p:pic>
        <p:sp>
          <p:nvSpPr>
            <p:cNvPr id="78" name="Rettangolo con angoli arrotondati 77">
              <a:extLst>
                <a:ext uri="{FF2B5EF4-FFF2-40B4-BE49-F238E27FC236}">
                  <a16:creationId xmlns:a16="http://schemas.microsoft.com/office/drawing/2014/main" id="{5D3BECAA-0450-912A-C97D-3C75C1210689}"/>
                </a:ext>
              </a:extLst>
            </p:cNvPr>
            <p:cNvSpPr/>
            <p:nvPr/>
          </p:nvSpPr>
          <p:spPr>
            <a:xfrm>
              <a:off x="6161666" y="4044856"/>
              <a:ext cx="1774352" cy="3823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900" dirty="0">
                  <a:solidFill>
                    <a:schemeClr val="tx1"/>
                  </a:solidFill>
                  <a:latin typeface="Helvetica" pitchFamily="2" charset="0"/>
                </a:rPr>
                <a:t>Client Cluster</a:t>
              </a:r>
            </a:p>
          </p:txBody>
        </p:sp>
      </p:grpSp>
      <p:sp>
        <p:nvSpPr>
          <p:cNvPr id="80" name="CasellaDiTesto 79">
            <a:extLst>
              <a:ext uri="{FF2B5EF4-FFF2-40B4-BE49-F238E27FC236}">
                <a16:creationId xmlns:a16="http://schemas.microsoft.com/office/drawing/2014/main" id="{DA867D3C-EBA3-FBAA-4ED1-23E66974ACED}"/>
              </a:ext>
            </a:extLst>
          </p:cNvPr>
          <p:cNvSpPr txBox="1"/>
          <p:nvPr/>
        </p:nvSpPr>
        <p:spPr>
          <a:xfrm>
            <a:off x="3012659" y="3416601"/>
            <a:ext cx="1419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b="1" dirty="0">
                <a:latin typeface="Helvetica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….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9A0FDE9-6A75-A025-387E-3271FCD75A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785079" y="3068038"/>
            <a:ext cx="830620" cy="83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798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o 19">
            <a:extLst>
              <a:ext uri="{FF2B5EF4-FFF2-40B4-BE49-F238E27FC236}">
                <a16:creationId xmlns:a16="http://schemas.microsoft.com/office/drawing/2014/main" id="{B5EA4BCA-E764-6136-9256-38E6E1D38E30}"/>
              </a:ext>
            </a:extLst>
          </p:cNvPr>
          <p:cNvGrpSpPr/>
          <p:nvPr/>
        </p:nvGrpSpPr>
        <p:grpSpPr>
          <a:xfrm>
            <a:off x="1507601" y="1040877"/>
            <a:ext cx="3791825" cy="2802333"/>
            <a:chOff x="1507601" y="1040876"/>
            <a:chExt cx="6451997" cy="4352009"/>
          </a:xfrm>
        </p:grpSpPr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0C4A1444-6A7B-A92A-99DB-451A0797D212}"/>
                </a:ext>
              </a:extLst>
            </p:cNvPr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AI Agent</a:t>
              </a:r>
            </a:p>
          </p:txBody>
        </p:sp>
        <p:pic>
          <p:nvPicPr>
            <p:cNvPr id="6" name="Immagine 5">
              <a:extLst>
                <a:ext uri="{FF2B5EF4-FFF2-40B4-BE49-F238E27FC236}">
                  <a16:creationId xmlns:a16="http://schemas.microsoft.com/office/drawing/2014/main" id="{697F07B5-C0CF-3E43-E4F1-C5E17E1F81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8991" t="13014" r="73619" b="16316"/>
            <a:stretch>
              <a:fillRect/>
            </a:stretch>
          </p:blipFill>
          <p:spPr>
            <a:xfrm>
              <a:off x="5173908" y="1751351"/>
              <a:ext cx="770795" cy="2773977"/>
            </a:xfrm>
            <a:prstGeom prst="rect">
              <a:avLst/>
            </a:prstGeom>
          </p:spPr>
        </p:pic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4621AB6A-E61C-7B7B-39DE-6B90C72EF8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</p:spPr>
        </p:pic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29DD7C1B-0894-7A90-C5C8-81A3806A7A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</p:spPr>
        </p:pic>
        <p:sp>
          <p:nvSpPr>
            <p:cNvPr id="9" name="CasellaDiTesto 8">
              <a:extLst>
                <a:ext uri="{FF2B5EF4-FFF2-40B4-BE49-F238E27FC236}">
                  <a16:creationId xmlns:a16="http://schemas.microsoft.com/office/drawing/2014/main" id="{7873EC7A-7EC4-3768-DFE2-843CF74DFC72}"/>
                </a:ext>
              </a:extLst>
            </p:cNvPr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Reasoning Model</a:t>
              </a:r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5FAF052B-8D98-B156-9D57-56E0065FF6D0}"/>
                </a:ext>
              </a:extLst>
            </p:cNvPr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Instructions &amp;</a:t>
              </a:r>
            </a:p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Guardrails</a:t>
              </a:r>
            </a:p>
          </p:txBody>
        </p:sp>
        <p:pic>
          <p:nvPicPr>
            <p:cNvPr id="11" name="Immagine 10">
              <a:extLst>
                <a:ext uri="{FF2B5EF4-FFF2-40B4-BE49-F238E27FC236}">
                  <a16:creationId xmlns:a16="http://schemas.microsoft.com/office/drawing/2014/main" id="{6606BC89-5732-0DA5-3CDC-C5E1E31740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</p:spPr>
        </p:pic>
        <p:sp>
          <p:nvSpPr>
            <p:cNvPr id="12" name="CasellaDiTesto 11">
              <a:extLst>
                <a:ext uri="{FF2B5EF4-FFF2-40B4-BE49-F238E27FC236}">
                  <a16:creationId xmlns:a16="http://schemas.microsoft.com/office/drawing/2014/main" id="{DC601704-A73E-1CFC-59C9-85F0B0A91DB1}"/>
                </a:ext>
              </a:extLst>
            </p:cNvPr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Past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Simulations</a:t>
              </a:r>
            </a:p>
          </p:txBody>
        </p:sp>
        <p:cxnSp>
          <p:nvCxnSpPr>
            <p:cNvPr id="13" name="Connettore 1 12">
              <a:extLst>
                <a:ext uri="{FF2B5EF4-FFF2-40B4-BE49-F238E27FC236}">
                  <a16:creationId xmlns:a16="http://schemas.microsoft.com/office/drawing/2014/main" id="{90FF164D-8FAB-20A8-B172-8003E65A7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442" y="2473647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Connettore 1 13">
              <a:extLst>
                <a:ext uri="{FF2B5EF4-FFF2-40B4-BE49-F238E27FC236}">
                  <a16:creationId xmlns:a16="http://schemas.microsoft.com/office/drawing/2014/main" id="{A8595C16-3EB7-634E-2348-19AAE3E5EB62}"/>
                </a:ext>
              </a:extLst>
            </p:cNvPr>
            <p:cNvCxnSpPr>
              <a:cxnSpLocks/>
            </p:cNvCxnSpPr>
            <p:nvPr/>
          </p:nvCxnSpPr>
          <p:spPr>
            <a:xfrm>
              <a:off x="2917442" y="1787846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194F8F5F-E3B0-FAAB-F7FD-149B3622D450}"/>
                </a:ext>
              </a:extLst>
            </p:cNvPr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Prior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Knowledge</a:t>
              </a:r>
            </a:p>
          </p:txBody>
        </p:sp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0937B083-72A7-7D82-C383-E06A2DED9E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2256" t="8455" r="13013" b="8033"/>
            <a:stretch>
              <a:fillRect/>
            </a:stretch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</p:spPr>
        </p:pic>
        <p:pic>
          <p:nvPicPr>
            <p:cNvPr id="17" name="Immagine 16">
              <a:extLst>
                <a:ext uri="{FF2B5EF4-FFF2-40B4-BE49-F238E27FC236}">
                  <a16:creationId xmlns:a16="http://schemas.microsoft.com/office/drawing/2014/main" id="{865E2057-EE53-7F2D-9FBC-07357392C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2394" t="13014" r="61844" b="16316"/>
            <a:stretch>
              <a:fillRect/>
            </a:stretch>
          </p:blipFill>
          <p:spPr>
            <a:xfrm>
              <a:off x="5939380" y="1751350"/>
              <a:ext cx="600988" cy="2773977"/>
            </a:xfrm>
            <a:prstGeom prst="rect">
              <a:avLst/>
            </a:prstGeom>
          </p:spPr>
        </p:pic>
        <p:pic>
          <p:nvPicPr>
            <p:cNvPr id="18" name="Immagine 17">
              <a:extLst>
                <a:ext uri="{FF2B5EF4-FFF2-40B4-BE49-F238E27FC236}">
                  <a16:creationId xmlns:a16="http://schemas.microsoft.com/office/drawing/2014/main" id="{6850DA4E-C194-0D1E-451A-D7864807FCA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</p:spPr>
        </p:pic>
        <p:sp>
          <p:nvSpPr>
            <p:cNvPr id="19" name="Rettangolo con angoli arrotondati 18">
              <a:extLst>
                <a:ext uri="{FF2B5EF4-FFF2-40B4-BE49-F238E27FC236}">
                  <a16:creationId xmlns:a16="http://schemas.microsoft.com/office/drawing/2014/main" id="{1B69E426-9856-BBA6-3E99-7D7FF35F560B}"/>
                </a:ext>
              </a:extLst>
            </p:cNvPr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900" dirty="0">
                  <a:solidFill>
                    <a:schemeClr val="tx1"/>
                  </a:solidFill>
                  <a:latin typeface="Helvetica" pitchFamily="2" charset="0"/>
                </a:rPr>
                <a:t>Client Selector</a:t>
              </a:r>
            </a:p>
          </p:txBody>
        </p:sp>
      </p:grp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48B76107-5753-004C-E4DE-5DBD48DA640B}"/>
              </a:ext>
            </a:extLst>
          </p:cNvPr>
          <p:cNvGrpSpPr/>
          <p:nvPr/>
        </p:nvGrpSpPr>
        <p:grpSpPr>
          <a:xfrm>
            <a:off x="6347748" y="3443100"/>
            <a:ext cx="3791825" cy="2802333"/>
            <a:chOff x="1507601" y="1040876"/>
            <a:chExt cx="6451997" cy="4352009"/>
          </a:xfrm>
        </p:grpSpPr>
        <p:sp>
          <p:nvSpPr>
            <p:cNvPr id="23" name="CasellaDiTesto 22">
              <a:extLst>
                <a:ext uri="{FF2B5EF4-FFF2-40B4-BE49-F238E27FC236}">
                  <a16:creationId xmlns:a16="http://schemas.microsoft.com/office/drawing/2014/main" id="{8CD0A0CC-4E12-B189-C1CF-EB3403568630}"/>
                </a:ext>
              </a:extLst>
            </p:cNvPr>
            <p:cNvSpPr txBox="1"/>
            <p:nvPr/>
          </p:nvSpPr>
          <p:spPr>
            <a:xfrm>
              <a:off x="6350497" y="3618841"/>
              <a:ext cx="1419843" cy="3823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AI Agent</a:t>
              </a:r>
            </a:p>
          </p:txBody>
        </p:sp>
        <p:pic>
          <p:nvPicPr>
            <p:cNvPr id="24" name="Immagine 23">
              <a:extLst>
                <a:ext uri="{FF2B5EF4-FFF2-40B4-BE49-F238E27FC236}">
                  <a16:creationId xmlns:a16="http://schemas.microsoft.com/office/drawing/2014/main" id="{347FBDE6-02D5-EBBB-506B-3EC4E61EE9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8991" t="13014" r="73619" b="16316"/>
            <a:stretch>
              <a:fillRect/>
            </a:stretch>
          </p:blipFill>
          <p:spPr>
            <a:xfrm>
              <a:off x="5173908" y="1751351"/>
              <a:ext cx="770795" cy="2773977"/>
            </a:xfrm>
            <a:prstGeom prst="rect">
              <a:avLst/>
            </a:prstGeom>
          </p:spPr>
        </p:pic>
        <p:pic>
          <p:nvPicPr>
            <p:cNvPr id="25" name="Immagine 24">
              <a:extLst>
                <a:ext uri="{FF2B5EF4-FFF2-40B4-BE49-F238E27FC236}">
                  <a16:creationId xmlns:a16="http://schemas.microsoft.com/office/drawing/2014/main" id="{CB0694D7-2AC5-6A81-8E13-5C808BB8F9A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40348" y="1298992"/>
              <a:ext cx="1047279" cy="1047279"/>
            </a:xfrm>
            <a:prstGeom prst="rect">
              <a:avLst/>
            </a:prstGeom>
          </p:spPr>
        </p:pic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C3F4F14B-77CD-9DB5-45D7-A715CDEB0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18704" y="3918358"/>
              <a:ext cx="814661" cy="814661"/>
            </a:xfrm>
            <a:prstGeom prst="rect">
              <a:avLst/>
            </a:prstGeom>
          </p:spPr>
        </p:pic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7BBDD7C1-EF4E-2275-6A1E-CCEB28BC2F3C}"/>
                </a:ext>
              </a:extLst>
            </p:cNvPr>
            <p:cNvSpPr txBox="1"/>
            <p:nvPr/>
          </p:nvSpPr>
          <p:spPr>
            <a:xfrm>
              <a:off x="3754065" y="2346271"/>
              <a:ext cx="1419843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Reasoning Model</a:t>
              </a:r>
            </a:p>
          </p:txBody>
        </p:sp>
        <p:sp>
          <p:nvSpPr>
            <p:cNvPr id="28" name="CasellaDiTesto 27">
              <a:extLst>
                <a:ext uri="{FF2B5EF4-FFF2-40B4-BE49-F238E27FC236}">
                  <a16:creationId xmlns:a16="http://schemas.microsoft.com/office/drawing/2014/main" id="{FE90E4BC-7146-42B1-E317-46B59C68D4B7}"/>
                </a:ext>
              </a:extLst>
            </p:cNvPr>
            <p:cNvSpPr txBox="1"/>
            <p:nvPr/>
          </p:nvSpPr>
          <p:spPr>
            <a:xfrm>
              <a:off x="3542391" y="4771516"/>
              <a:ext cx="1830970" cy="6213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Instructions &amp;</a:t>
              </a:r>
            </a:p>
            <a:p>
              <a:pPr algn="ctr"/>
              <a:r>
                <a:rPr lang="it-IT" sz="10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Guardrails</a:t>
              </a:r>
            </a:p>
          </p:txBody>
        </p:sp>
        <p:pic>
          <p:nvPicPr>
            <p:cNvPr id="29" name="Immagine 28">
              <a:extLst>
                <a:ext uri="{FF2B5EF4-FFF2-40B4-BE49-F238E27FC236}">
                  <a16:creationId xmlns:a16="http://schemas.microsoft.com/office/drawing/2014/main" id="{E21F7C01-A5BF-2235-B6E8-0544057A3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96117" y="1040876"/>
              <a:ext cx="686601" cy="686601"/>
            </a:xfrm>
            <a:prstGeom prst="rect">
              <a:avLst/>
            </a:prstGeom>
          </p:spPr>
        </p:pic>
        <p:sp>
          <p:nvSpPr>
            <p:cNvPr id="30" name="CasellaDiTesto 29">
              <a:extLst>
                <a:ext uri="{FF2B5EF4-FFF2-40B4-BE49-F238E27FC236}">
                  <a16:creationId xmlns:a16="http://schemas.microsoft.com/office/drawing/2014/main" id="{7CE8E30A-45CB-2329-9DBC-E57EEE6A8A28}"/>
                </a:ext>
              </a:extLst>
            </p:cNvPr>
            <p:cNvSpPr txBox="1"/>
            <p:nvPr/>
          </p:nvSpPr>
          <p:spPr>
            <a:xfrm>
              <a:off x="1517514" y="1751672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Past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Simulations</a:t>
              </a:r>
            </a:p>
          </p:txBody>
        </p:sp>
        <p:cxnSp>
          <p:nvCxnSpPr>
            <p:cNvPr id="31" name="Connettore 1 30">
              <a:extLst>
                <a:ext uri="{FF2B5EF4-FFF2-40B4-BE49-F238E27FC236}">
                  <a16:creationId xmlns:a16="http://schemas.microsoft.com/office/drawing/2014/main" id="{DAC8B5F4-E892-850C-5074-BC9DE71E9B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442" y="2473647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Connettore 1 31">
              <a:extLst>
                <a:ext uri="{FF2B5EF4-FFF2-40B4-BE49-F238E27FC236}">
                  <a16:creationId xmlns:a16="http://schemas.microsoft.com/office/drawing/2014/main" id="{807216D8-6423-7B00-89C8-11ECB51C11FF}"/>
                </a:ext>
              </a:extLst>
            </p:cNvPr>
            <p:cNvCxnSpPr>
              <a:cxnSpLocks/>
            </p:cNvCxnSpPr>
            <p:nvPr/>
          </p:nvCxnSpPr>
          <p:spPr>
            <a:xfrm>
              <a:off x="2917442" y="1787846"/>
              <a:ext cx="733616" cy="452729"/>
            </a:xfrm>
            <a:prstGeom prst="line">
              <a:avLst/>
            </a:prstGeom>
            <a:ln w="254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CasellaDiTesto 32">
              <a:extLst>
                <a:ext uri="{FF2B5EF4-FFF2-40B4-BE49-F238E27FC236}">
                  <a16:creationId xmlns:a16="http://schemas.microsoft.com/office/drawing/2014/main" id="{A73E7ACE-7C88-637A-DA86-F8F3BADB71EA}"/>
                </a:ext>
              </a:extLst>
            </p:cNvPr>
            <p:cNvSpPr txBox="1"/>
            <p:nvPr/>
          </p:nvSpPr>
          <p:spPr>
            <a:xfrm>
              <a:off x="1507601" y="3358693"/>
              <a:ext cx="1634472" cy="5735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Prior </a:t>
              </a:r>
            </a:p>
            <a:p>
              <a:pPr algn="ctr"/>
              <a:r>
                <a:rPr lang="it-IT" sz="900" b="1" dirty="0">
                  <a:latin typeface="Helvetica" pitchFamily="2" charset="0"/>
                  <a:ea typeface="CMU SERIF ROMAN" panose="02000603000000000000" pitchFamily="2" charset="0"/>
                  <a:cs typeface="CMU SERIF ROMAN" panose="02000603000000000000" pitchFamily="2" charset="0"/>
                </a:rPr>
                <a:t>Knowledge</a:t>
              </a:r>
            </a:p>
          </p:txBody>
        </p:sp>
        <p:pic>
          <p:nvPicPr>
            <p:cNvPr id="34" name="Immagine 33">
              <a:extLst>
                <a:ext uri="{FF2B5EF4-FFF2-40B4-BE49-F238E27FC236}">
                  <a16:creationId xmlns:a16="http://schemas.microsoft.com/office/drawing/2014/main" id="{80ACBF98-45C6-7BF0-7D05-48E0585BF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12256" t="8455" r="13013" b="8033"/>
            <a:stretch>
              <a:fillRect/>
            </a:stretch>
          </p:blipFill>
          <p:spPr>
            <a:xfrm>
              <a:off x="2070565" y="2663543"/>
              <a:ext cx="559365" cy="625088"/>
            </a:xfrm>
            <a:prstGeom prst="rect">
              <a:avLst/>
            </a:prstGeom>
          </p:spPr>
        </p:pic>
        <p:pic>
          <p:nvPicPr>
            <p:cNvPr id="35" name="Immagine 34">
              <a:extLst>
                <a:ext uri="{FF2B5EF4-FFF2-40B4-BE49-F238E27FC236}">
                  <a16:creationId xmlns:a16="http://schemas.microsoft.com/office/drawing/2014/main" id="{AE6F4D36-D364-E832-C7E6-1D5DE9B9E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2394" t="13014" r="61844" b="16316"/>
            <a:stretch>
              <a:fillRect/>
            </a:stretch>
          </p:blipFill>
          <p:spPr>
            <a:xfrm>
              <a:off x="5939380" y="1751350"/>
              <a:ext cx="600988" cy="2773977"/>
            </a:xfrm>
            <a:prstGeom prst="rect">
              <a:avLst/>
            </a:prstGeom>
          </p:spPr>
        </p:pic>
        <p:pic>
          <p:nvPicPr>
            <p:cNvPr id="36" name="Immagine 35">
              <a:extLst>
                <a:ext uri="{FF2B5EF4-FFF2-40B4-BE49-F238E27FC236}">
                  <a16:creationId xmlns:a16="http://schemas.microsoft.com/office/drawing/2014/main" id="{7308778B-4FB4-3E1F-5CB0-AEA33353F5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540368" y="2473647"/>
              <a:ext cx="1040102" cy="1040102"/>
            </a:xfrm>
            <a:prstGeom prst="rect">
              <a:avLst/>
            </a:prstGeom>
          </p:spPr>
        </p:pic>
        <p:sp>
          <p:nvSpPr>
            <p:cNvPr id="37" name="Rettangolo con angoli arrotondati 36">
              <a:extLst>
                <a:ext uri="{FF2B5EF4-FFF2-40B4-BE49-F238E27FC236}">
                  <a16:creationId xmlns:a16="http://schemas.microsoft.com/office/drawing/2014/main" id="{D46D4AE7-22E5-20AA-FA16-D29E92FAB58E}"/>
                </a:ext>
              </a:extLst>
            </p:cNvPr>
            <p:cNvSpPr/>
            <p:nvPr/>
          </p:nvSpPr>
          <p:spPr>
            <a:xfrm>
              <a:off x="6185246" y="1942863"/>
              <a:ext cx="1774352" cy="38238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900" dirty="0">
                  <a:solidFill>
                    <a:schemeClr val="tx1"/>
                  </a:solidFill>
                  <a:latin typeface="Helvetica" pitchFamily="2" charset="0"/>
                </a:rPr>
                <a:t>Client Cluster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147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9DF90C48-3011-FE95-A1E5-912AB7D41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4" y="948930"/>
            <a:ext cx="539068" cy="539068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568F1FBD-FC12-97CF-B662-EE80945A7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818" y="1830113"/>
            <a:ext cx="609600" cy="609600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1125562E-EDED-9AE6-4944-226699776191}"/>
              </a:ext>
            </a:extLst>
          </p:cNvPr>
          <p:cNvSpPr txBox="1"/>
          <p:nvPr/>
        </p:nvSpPr>
        <p:spPr>
          <a:xfrm>
            <a:off x="1884382" y="2444722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Coordinator</a:t>
            </a:r>
          </a:p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BD3F9B1-493C-FA05-8026-89BD0FDF3937}"/>
              </a:ext>
            </a:extLst>
          </p:cNvPr>
          <p:cNvSpPr txBox="1"/>
          <p:nvPr/>
        </p:nvSpPr>
        <p:spPr>
          <a:xfrm>
            <a:off x="-183768" y="1512925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1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B03CB86B-0A3E-6660-7F68-43683F49C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4" y="2009367"/>
            <a:ext cx="539068" cy="539068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67F24CE-EF3C-125F-8FD6-8E1485136A80}"/>
              </a:ext>
            </a:extLst>
          </p:cNvPr>
          <p:cNvSpPr txBox="1"/>
          <p:nvPr/>
        </p:nvSpPr>
        <p:spPr>
          <a:xfrm>
            <a:off x="-183768" y="2573362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2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0B374724-A956-1B08-B9D6-1C55D37C0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4" y="3069804"/>
            <a:ext cx="539068" cy="539068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40ED0DED-3D23-1DE6-8E4C-37406C0549F0}"/>
              </a:ext>
            </a:extLst>
          </p:cNvPr>
          <p:cNvSpPr txBox="1"/>
          <p:nvPr/>
        </p:nvSpPr>
        <p:spPr>
          <a:xfrm>
            <a:off x="-183768" y="3633799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</a:t>
            </a:r>
            <a:r>
              <a:rPr lang="it-IT" sz="1400" b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</a:t>
            </a:r>
            <a:endParaRPr lang="it-IT" sz="1400"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cxnSp>
        <p:nvCxnSpPr>
          <p:cNvPr id="17" name="Connettore 1 55">
            <a:extLst>
              <a:ext uri="{FF2B5EF4-FFF2-40B4-BE49-F238E27FC236}">
                <a16:creationId xmlns:a16="http://schemas.microsoft.com/office/drawing/2014/main" id="{31DA3411-7356-DBDE-BFA6-E59010BA5371}"/>
              </a:ext>
            </a:extLst>
          </p:cNvPr>
          <p:cNvCxnSpPr>
            <a:cxnSpLocks/>
          </p:cNvCxnSpPr>
          <p:nvPr/>
        </p:nvCxnSpPr>
        <p:spPr>
          <a:xfrm>
            <a:off x="1130702" y="1367186"/>
            <a:ext cx="909928" cy="605834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nettore 1 55">
            <a:extLst>
              <a:ext uri="{FF2B5EF4-FFF2-40B4-BE49-F238E27FC236}">
                <a16:creationId xmlns:a16="http://schemas.microsoft.com/office/drawing/2014/main" id="{1E78C5AA-B93D-F6A2-0755-CEB012510D97}"/>
              </a:ext>
            </a:extLst>
          </p:cNvPr>
          <p:cNvCxnSpPr>
            <a:cxnSpLocks/>
          </p:cNvCxnSpPr>
          <p:nvPr/>
        </p:nvCxnSpPr>
        <p:spPr>
          <a:xfrm>
            <a:off x="1040963" y="2463576"/>
            <a:ext cx="1007416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nettore 1 52">
            <a:extLst>
              <a:ext uri="{FF2B5EF4-FFF2-40B4-BE49-F238E27FC236}">
                <a16:creationId xmlns:a16="http://schemas.microsoft.com/office/drawing/2014/main" id="{86387140-759F-8AB9-B803-AB4A99F3CC22}"/>
              </a:ext>
            </a:extLst>
          </p:cNvPr>
          <p:cNvCxnSpPr>
            <a:cxnSpLocks/>
          </p:cNvCxnSpPr>
          <p:nvPr/>
        </p:nvCxnSpPr>
        <p:spPr>
          <a:xfrm flipV="1">
            <a:off x="1151053" y="2886609"/>
            <a:ext cx="905075" cy="565836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ttore 1 55">
            <a:extLst>
              <a:ext uri="{FF2B5EF4-FFF2-40B4-BE49-F238E27FC236}">
                <a16:creationId xmlns:a16="http://schemas.microsoft.com/office/drawing/2014/main" id="{79BAA660-95FC-E0AB-3A87-6C3731980654}"/>
              </a:ext>
            </a:extLst>
          </p:cNvPr>
          <p:cNvCxnSpPr>
            <a:cxnSpLocks/>
          </p:cNvCxnSpPr>
          <p:nvPr/>
        </p:nvCxnSpPr>
        <p:spPr>
          <a:xfrm>
            <a:off x="3304148" y="2534806"/>
            <a:ext cx="750754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Connettore 1 55">
            <a:extLst>
              <a:ext uri="{FF2B5EF4-FFF2-40B4-BE49-F238E27FC236}">
                <a16:creationId xmlns:a16="http://schemas.microsoft.com/office/drawing/2014/main" id="{FAE950F3-FB72-C114-F593-155322717678}"/>
              </a:ext>
            </a:extLst>
          </p:cNvPr>
          <p:cNvCxnSpPr>
            <a:cxnSpLocks/>
          </p:cNvCxnSpPr>
          <p:nvPr/>
        </p:nvCxnSpPr>
        <p:spPr>
          <a:xfrm flipH="1">
            <a:off x="3304148" y="2347730"/>
            <a:ext cx="701940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411EE7BD-DCF8-2254-DF47-71009F719DA9}"/>
              </a:ext>
            </a:extLst>
          </p:cNvPr>
          <p:cNvSpPr txBox="1"/>
          <p:nvPr/>
        </p:nvSpPr>
        <p:spPr>
          <a:xfrm>
            <a:off x="801193" y="2230918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Submit vote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D76C26BE-1203-0062-F73D-F9638C5D53FF}"/>
              </a:ext>
            </a:extLst>
          </p:cNvPr>
          <p:cNvSpPr txBox="1"/>
          <p:nvPr/>
        </p:nvSpPr>
        <p:spPr>
          <a:xfrm>
            <a:off x="2837882" y="2564338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Result</a:t>
            </a:r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DAFD7C36-62A7-B090-A450-CC0F7434CBC7}"/>
              </a:ext>
            </a:extLst>
          </p:cNvPr>
          <p:cNvSpPr txBox="1"/>
          <p:nvPr/>
        </p:nvSpPr>
        <p:spPr>
          <a:xfrm>
            <a:off x="2862289" y="2035988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Prompt</a:t>
            </a:r>
          </a:p>
        </p:txBody>
      </p:sp>
      <p:pic>
        <p:nvPicPr>
          <p:cNvPr id="33" name="Immagine 32">
            <a:extLst>
              <a:ext uri="{FF2B5EF4-FFF2-40B4-BE49-F238E27FC236}">
                <a16:creationId xmlns:a16="http://schemas.microsoft.com/office/drawing/2014/main" id="{FC49CDA3-ED82-6FF8-7694-4CD9813F5F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4281" y="1954524"/>
            <a:ext cx="635000" cy="635000"/>
          </a:xfrm>
          <a:prstGeom prst="rect">
            <a:avLst/>
          </a:prstGeom>
        </p:spPr>
      </p:pic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CAE6890F-C604-441B-500C-EEF1FE20A424}"/>
              </a:ext>
            </a:extLst>
          </p:cNvPr>
          <p:cNvSpPr txBox="1"/>
          <p:nvPr/>
        </p:nvSpPr>
        <p:spPr>
          <a:xfrm>
            <a:off x="3745178" y="2546452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Tool</a:t>
            </a:r>
          </a:p>
        </p:txBody>
      </p:sp>
      <p:pic>
        <p:nvPicPr>
          <p:cNvPr id="38" name="Immagine 37">
            <a:extLst>
              <a:ext uri="{FF2B5EF4-FFF2-40B4-BE49-F238E27FC236}">
                <a16:creationId xmlns:a16="http://schemas.microsoft.com/office/drawing/2014/main" id="{88C3D2B1-60FA-3C63-298C-72FEB15885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0130" y="2824541"/>
            <a:ext cx="261610" cy="261610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7670AD25-2684-ADE3-60F3-F8D714D6D7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9344" y="1775549"/>
            <a:ext cx="279824" cy="279824"/>
          </a:xfrm>
          <a:prstGeom prst="rect">
            <a:avLst/>
          </a:prstGeom>
        </p:spPr>
      </p:pic>
      <p:pic>
        <p:nvPicPr>
          <p:cNvPr id="41" name="Immagine 40">
            <a:extLst>
              <a:ext uri="{FF2B5EF4-FFF2-40B4-BE49-F238E27FC236}">
                <a16:creationId xmlns:a16="http://schemas.microsoft.com/office/drawing/2014/main" id="{71907A5F-9D1F-43AF-1F07-56346FC9BD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184" y="2212467"/>
            <a:ext cx="245008" cy="245008"/>
          </a:xfrm>
          <a:prstGeom prst="rect">
            <a:avLst/>
          </a:prstGeom>
        </p:spPr>
      </p:pic>
      <p:sp>
        <p:nvSpPr>
          <p:cNvPr id="42" name="CasellaDiTesto 41">
            <a:extLst>
              <a:ext uri="{FF2B5EF4-FFF2-40B4-BE49-F238E27FC236}">
                <a16:creationId xmlns:a16="http://schemas.microsoft.com/office/drawing/2014/main" id="{D29C5BA2-A108-29BA-B038-F1F74F1E2612}"/>
              </a:ext>
            </a:extLst>
          </p:cNvPr>
          <p:cNvSpPr txBox="1"/>
          <p:nvPr/>
        </p:nvSpPr>
        <p:spPr>
          <a:xfrm rot="19646011">
            <a:off x="781878" y="2917240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Submit vote</a:t>
            </a:r>
          </a:p>
        </p:txBody>
      </p:sp>
      <p:pic>
        <p:nvPicPr>
          <p:cNvPr id="43" name="Immagine 42">
            <a:extLst>
              <a:ext uri="{FF2B5EF4-FFF2-40B4-BE49-F238E27FC236}">
                <a16:creationId xmlns:a16="http://schemas.microsoft.com/office/drawing/2014/main" id="{E87A36C9-C314-45C1-5015-B0AC9BB024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9566245">
            <a:off x="1028549" y="3165408"/>
            <a:ext cx="245008" cy="245008"/>
          </a:xfrm>
          <a:prstGeom prst="rect">
            <a:avLst/>
          </a:prstGeom>
        </p:spPr>
      </p:pic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F8B661A6-BDC6-C552-2D5B-EA7B9CC5DD76}"/>
              </a:ext>
            </a:extLst>
          </p:cNvPr>
          <p:cNvSpPr txBox="1"/>
          <p:nvPr/>
        </p:nvSpPr>
        <p:spPr>
          <a:xfrm rot="2033710">
            <a:off x="856440" y="1491688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Submit vote</a:t>
            </a:r>
          </a:p>
        </p:txBody>
      </p:sp>
      <p:pic>
        <p:nvPicPr>
          <p:cNvPr id="45" name="Immagine 44">
            <a:extLst>
              <a:ext uri="{FF2B5EF4-FFF2-40B4-BE49-F238E27FC236}">
                <a16:creationId xmlns:a16="http://schemas.microsoft.com/office/drawing/2014/main" id="{B8FC9C7F-AE9A-26BB-59DC-806DB31E7C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205567">
            <a:off x="1168550" y="1175599"/>
            <a:ext cx="245008" cy="245008"/>
          </a:xfrm>
          <a:prstGeom prst="rect">
            <a:avLst/>
          </a:prstGeom>
        </p:spPr>
      </p:pic>
      <p:pic>
        <p:nvPicPr>
          <p:cNvPr id="49" name="Immagine 48">
            <a:extLst>
              <a:ext uri="{FF2B5EF4-FFF2-40B4-BE49-F238E27FC236}">
                <a16:creationId xmlns:a16="http://schemas.microsoft.com/office/drawing/2014/main" id="{0501858B-38C1-36EB-DA8B-2591D2571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42" y="4400710"/>
            <a:ext cx="449627" cy="449627"/>
          </a:xfrm>
          <a:prstGeom prst="rect">
            <a:avLst/>
          </a:prstGeom>
        </p:spPr>
      </p:pic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F9FE77A-A1BE-85FA-9A36-D7D9E4081552}"/>
              </a:ext>
            </a:extLst>
          </p:cNvPr>
          <p:cNvSpPr txBox="1"/>
          <p:nvPr/>
        </p:nvSpPr>
        <p:spPr>
          <a:xfrm>
            <a:off x="1118797" y="4843261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1</a:t>
            </a:r>
          </a:p>
        </p:txBody>
      </p:sp>
      <p:sp>
        <p:nvSpPr>
          <p:cNvPr id="52" name="CasellaDiTesto 51">
            <a:extLst>
              <a:ext uri="{FF2B5EF4-FFF2-40B4-BE49-F238E27FC236}">
                <a16:creationId xmlns:a16="http://schemas.microsoft.com/office/drawing/2014/main" id="{55F998DA-AD2C-C626-1CD8-2A948FAA7E73}"/>
              </a:ext>
            </a:extLst>
          </p:cNvPr>
          <p:cNvSpPr txBox="1"/>
          <p:nvPr/>
        </p:nvSpPr>
        <p:spPr>
          <a:xfrm>
            <a:off x="2649498" y="4843261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2</a:t>
            </a: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B06F0561-9970-D245-65EA-27CA96D5CB81}"/>
              </a:ext>
            </a:extLst>
          </p:cNvPr>
          <p:cNvSpPr txBox="1"/>
          <p:nvPr/>
        </p:nvSpPr>
        <p:spPr>
          <a:xfrm>
            <a:off x="1889657" y="6148381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</a:t>
            </a:r>
            <a:r>
              <a:rPr lang="it-IT" sz="1400" b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</a:t>
            </a:r>
            <a:endParaRPr lang="it-IT" sz="1400"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cxnSp>
        <p:nvCxnSpPr>
          <p:cNvPr id="55" name="Connettore 1 55">
            <a:extLst>
              <a:ext uri="{FF2B5EF4-FFF2-40B4-BE49-F238E27FC236}">
                <a16:creationId xmlns:a16="http://schemas.microsoft.com/office/drawing/2014/main" id="{5F76717B-5FB1-1214-104A-B0AB06CC4AD6}"/>
              </a:ext>
            </a:extLst>
          </p:cNvPr>
          <p:cNvCxnSpPr>
            <a:cxnSpLocks/>
          </p:cNvCxnSpPr>
          <p:nvPr/>
        </p:nvCxnSpPr>
        <p:spPr>
          <a:xfrm>
            <a:off x="4046853" y="5459909"/>
            <a:ext cx="750754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ttore 1 55">
            <a:extLst>
              <a:ext uri="{FF2B5EF4-FFF2-40B4-BE49-F238E27FC236}">
                <a16:creationId xmlns:a16="http://schemas.microsoft.com/office/drawing/2014/main" id="{ED030BEF-4E79-D6A1-4EAD-06F65DF54447}"/>
              </a:ext>
            </a:extLst>
          </p:cNvPr>
          <p:cNvCxnSpPr>
            <a:cxnSpLocks/>
          </p:cNvCxnSpPr>
          <p:nvPr/>
        </p:nvCxnSpPr>
        <p:spPr>
          <a:xfrm flipH="1">
            <a:off x="4046853" y="5272833"/>
            <a:ext cx="701940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CasellaDiTesto 56">
            <a:extLst>
              <a:ext uri="{FF2B5EF4-FFF2-40B4-BE49-F238E27FC236}">
                <a16:creationId xmlns:a16="http://schemas.microsoft.com/office/drawing/2014/main" id="{6178D58A-4EA5-9290-4D03-DFE8A27AA7AC}"/>
              </a:ext>
            </a:extLst>
          </p:cNvPr>
          <p:cNvSpPr txBox="1"/>
          <p:nvPr/>
        </p:nvSpPr>
        <p:spPr>
          <a:xfrm>
            <a:off x="3580587" y="5489441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Result</a:t>
            </a:r>
          </a:p>
        </p:txBody>
      </p:sp>
      <p:sp>
        <p:nvSpPr>
          <p:cNvPr id="58" name="CasellaDiTesto 57">
            <a:extLst>
              <a:ext uri="{FF2B5EF4-FFF2-40B4-BE49-F238E27FC236}">
                <a16:creationId xmlns:a16="http://schemas.microsoft.com/office/drawing/2014/main" id="{46F724A4-DB15-A8E4-F427-050F4A723A46}"/>
              </a:ext>
            </a:extLst>
          </p:cNvPr>
          <p:cNvSpPr txBox="1"/>
          <p:nvPr/>
        </p:nvSpPr>
        <p:spPr>
          <a:xfrm>
            <a:off x="3604994" y="4961091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Prompt</a:t>
            </a:r>
          </a:p>
        </p:txBody>
      </p:sp>
      <p:pic>
        <p:nvPicPr>
          <p:cNvPr id="59" name="Immagine 58">
            <a:extLst>
              <a:ext uri="{FF2B5EF4-FFF2-40B4-BE49-F238E27FC236}">
                <a16:creationId xmlns:a16="http://schemas.microsoft.com/office/drawing/2014/main" id="{8ADD3810-76CE-AC2E-8C14-484FAE9B4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729" y="4902915"/>
            <a:ext cx="635000" cy="635000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C188F30F-DAD9-95C0-BC51-5A76C92837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2049" y="4700652"/>
            <a:ext cx="279824" cy="279824"/>
          </a:xfrm>
          <a:prstGeom prst="rect">
            <a:avLst/>
          </a:prstGeom>
        </p:spPr>
      </p:pic>
      <p:grpSp>
        <p:nvGrpSpPr>
          <p:cNvPr id="62" name="Gruppo 61">
            <a:extLst>
              <a:ext uri="{FF2B5EF4-FFF2-40B4-BE49-F238E27FC236}">
                <a16:creationId xmlns:a16="http://schemas.microsoft.com/office/drawing/2014/main" id="{647F99C2-E568-1E47-0A2E-54119AA3ABB7}"/>
              </a:ext>
            </a:extLst>
          </p:cNvPr>
          <p:cNvGrpSpPr/>
          <p:nvPr/>
        </p:nvGrpSpPr>
        <p:grpSpPr>
          <a:xfrm rot="3073150">
            <a:off x="1791858" y="5427203"/>
            <a:ext cx="578240" cy="187076"/>
            <a:chOff x="619241" y="2178955"/>
            <a:chExt cx="578240" cy="187076"/>
          </a:xfrm>
        </p:grpSpPr>
        <p:cxnSp>
          <p:nvCxnSpPr>
            <p:cNvPr id="63" name="Connettore 1 55">
              <a:extLst>
                <a:ext uri="{FF2B5EF4-FFF2-40B4-BE49-F238E27FC236}">
                  <a16:creationId xmlns:a16="http://schemas.microsoft.com/office/drawing/2014/main" id="{424CA15A-2D20-AAD2-FC33-1001D2657956}"/>
                </a:ext>
              </a:extLst>
            </p:cNvPr>
            <p:cNvCxnSpPr>
              <a:cxnSpLocks/>
            </p:cNvCxnSpPr>
            <p:nvPr/>
          </p:nvCxnSpPr>
          <p:spPr>
            <a:xfrm>
              <a:off x="629874" y="2366031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Connettore 1 55">
              <a:extLst>
                <a:ext uri="{FF2B5EF4-FFF2-40B4-BE49-F238E27FC236}">
                  <a16:creationId xmlns:a16="http://schemas.microsoft.com/office/drawing/2014/main" id="{B530B48E-024A-9779-F4F8-CA3E8D15FC8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241" y="2178955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69AB923A-E662-F8FE-3CF7-BF0773B93297}"/>
              </a:ext>
            </a:extLst>
          </p:cNvPr>
          <p:cNvGrpSpPr/>
          <p:nvPr/>
        </p:nvGrpSpPr>
        <p:grpSpPr>
          <a:xfrm rot="7393770">
            <a:off x="3033505" y="5441172"/>
            <a:ext cx="578240" cy="187076"/>
            <a:chOff x="619241" y="2178955"/>
            <a:chExt cx="578240" cy="187076"/>
          </a:xfrm>
        </p:grpSpPr>
        <p:cxnSp>
          <p:nvCxnSpPr>
            <p:cNvPr id="66" name="Connettore 1 55">
              <a:extLst>
                <a:ext uri="{FF2B5EF4-FFF2-40B4-BE49-F238E27FC236}">
                  <a16:creationId xmlns:a16="http://schemas.microsoft.com/office/drawing/2014/main" id="{CDE1EED0-F700-B12F-FCEE-5F48BF22D704}"/>
                </a:ext>
              </a:extLst>
            </p:cNvPr>
            <p:cNvCxnSpPr>
              <a:cxnSpLocks/>
            </p:cNvCxnSpPr>
            <p:nvPr/>
          </p:nvCxnSpPr>
          <p:spPr>
            <a:xfrm>
              <a:off x="629874" y="2366031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Connettore 1 55">
              <a:extLst>
                <a:ext uri="{FF2B5EF4-FFF2-40B4-BE49-F238E27FC236}">
                  <a16:creationId xmlns:a16="http://schemas.microsoft.com/office/drawing/2014/main" id="{4031FA23-A61D-447D-7083-AE24AC72FD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241" y="2178955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68" name="Gruppo 67">
            <a:extLst>
              <a:ext uri="{FF2B5EF4-FFF2-40B4-BE49-F238E27FC236}">
                <a16:creationId xmlns:a16="http://schemas.microsoft.com/office/drawing/2014/main" id="{89078908-BDE8-A721-A4A0-9F36EB0F06F5}"/>
              </a:ext>
            </a:extLst>
          </p:cNvPr>
          <p:cNvGrpSpPr/>
          <p:nvPr/>
        </p:nvGrpSpPr>
        <p:grpSpPr>
          <a:xfrm>
            <a:off x="2412118" y="4522480"/>
            <a:ext cx="578240" cy="187076"/>
            <a:chOff x="619241" y="2178955"/>
            <a:chExt cx="578240" cy="187076"/>
          </a:xfrm>
        </p:grpSpPr>
        <p:cxnSp>
          <p:nvCxnSpPr>
            <p:cNvPr id="69" name="Connettore 1 55">
              <a:extLst>
                <a:ext uri="{FF2B5EF4-FFF2-40B4-BE49-F238E27FC236}">
                  <a16:creationId xmlns:a16="http://schemas.microsoft.com/office/drawing/2014/main" id="{99B348B4-B0F4-2A66-BD9F-3DBD3E1D5CCC}"/>
                </a:ext>
              </a:extLst>
            </p:cNvPr>
            <p:cNvCxnSpPr>
              <a:cxnSpLocks/>
            </p:cNvCxnSpPr>
            <p:nvPr/>
          </p:nvCxnSpPr>
          <p:spPr>
            <a:xfrm>
              <a:off x="629874" y="2366031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Connettore 1 55">
              <a:extLst>
                <a:ext uri="{FF2B5EF4-FFF2-40B4-BE49-F238E27FC236}">
                  <a16:creationId xmlns:a16="http://schemas.microsoft.com/office/drawing/2014/main" id="{CAFD3623-E769-E143-7B55-245AE3246E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241" y="2178955"/>
              <a:ext cx="567607" cy="0"/>
            </a:xfrm>
            <a:prstGeom prst="line">
              <a:avLst/>
            </a:prstGeom>
            <a:ln w="12700" cap="rnd">
              <a:tailEnd type="arrow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71" name="Immagine 70">
            <a:extLst>
              <a:ext uri="{FF2B5EF4-FFF2-40B4-BE49-F238E27FC236}">
                <a16:creationId xmlns:a16="http://schemas.microsoft.com/office/drawing/2014/main" id="{F137C305-2B05-1A94-085C-70C8F1B06B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18" y="5728638"/>
            <a:ext cx="261610" cy="261610"/>
          </a:xfrm>
          <a:prstGeom prst="rect">
            <a:avLst/>
          </a:prstGeom>
        </p:spPr>
      </p:pic>
      <p:pic>
        <p:nvPicPr>
          <p:cNvPr id="73" name="Immagine 72">
            <a:extLst>
              <a:ext uri="{FF2B5EF4-FFF2-40B4-BE49-F238E27FC236}">
                <a16:creationId xmlns:a16="http://schemas.microsoft.com/office/drawing/2014/main" id="{26ADAC00-4AC5-F2EF-27A1-8FDB690956D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55426" y="4994825"/>
            <a:ext cx="307777" cy="307777"/>
          </a:xfrm>
          <a:prstGeom prst="rect">
            <a:avLst/>
          </a:prstGeom>
        </p:spPr>
      </p:pic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33F87CDF-B269-11DE-3D16-3943DE4FB918}"/>
              </a:ext>
            </a:extLst>
          </p:cNvPr>
          <p:cNvSpPr txBox="1"/>
          <p:nvPr/>
        </p:nvSpPr>
        <p:spPr>
          <a:xfrm>
            <a:off x="1877499" y="5295262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Debate</a:t>
            </a:r>
          </a:p>
        </p:txBody>
      </p:sp>
      <p:sp>
        <p:nvSpPr>
          <p:cNvPr id="77" name="CasellaDiTesto 76">
            <a:extLst>
              <a:ext uri="{FF2B5EF4-FFF2-40B4-BE49-F238E27FC236}">
                <a16:creationId xmlns:a16="http://schemas.microsoft.com/office/drawing/2014/main" id="{9F3A7EC3-779A-D224-CCF5-6A9740C2F57A}"/>
              </a:ext>
            </a:extLst>
          </p:cNvPr>
          <p:cNvSpPr txBox="1"/>
          <p:nvPr/>
        </p:nvSpPr>
        <p:spPr>
          <a:xfrm>
            <a:off x="4376993" y="5517397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Tool</a:t>
            </a:r>
          </a:p>
        </p:txBody>
      </p:sp>
      <p:pic>
        <p:nvPicPr>
          <p:cNvPr id="79" name="Immagine 78">
            <a:extLst>
              <a:ext uri="{FF2B5EF4-FFF2-40B4-BE49-F238E27FC236}">
                <a16:creationId xmlns:a16="http://schemas.microsoft.com/office/drawing/2014/main" id="{3E987430-196E-3431-0F10-10B10FC7A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925" y="1483365"/>
            <a:ext cx="539068" cy="539068"/>
          </a:xfrm>
          <a:prstGeom prst="rect">
            <a:avLst/>
          </a:prstGeom>
        </p:spPr>
      </p:pic>
      <p:pic>
        <p:nvPicPr>
          <p:cNvPr id="80" name="Immagine 79">
            <a:extLst>
              <a:ext uri="{FF2B5EF4-FFF2-40B4-BE49-F238E27FC236}">
                <a16:creationId xmlns:a16="http://schemas.microsoft.com/office/drawing/2014/main" id="{BDE01ACF-2489-4F74-C884-BC75DC0E2A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6588" y="1749135"/>
            <a:ext cx="609600" cy="609600"/>
          </a:xfrm>
          <a:prstGeom prst="rect">
            <a:avLst/>
          </a:prstGeom>
        </p:spPr>
      </p:pic>
      <p:sp>
        <p:nvSpPr>
          <p:cNvPr id="81" name="CasellaDiTesto 80">
            <a:extLst>
              <a:ext uri="{FF2B5EF4-FFF2-40B4-BE49-F238E27FC236}">
                <a16:creationId xmlns:a16="http://schemas.microsoft.com/office/drawing/2014/main" id="{9D4BE189-7560-339C-FDED-CA779748D8BD}"/>
              </a:ext>
            </a:extLst>
          </p:cNvPr>
          <p:cNvSpPr txBox="1"/>
          <p:nvPr/>
        </p:nvSpPr>
        <p:spPr>
          <a:xfrm>
            <a:off x="9104152" y="2363744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Coordinator</a:t>
            </a:r>
          </a:p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</a:t>
            </a:r>
          </a:p>
        </p:txBody>
      </p:sp>
      <p:sp>
        <p:nvSpPr>
          <p:cNvPr id="82" name="CasellaDiTesto 81">
            <a:extLst>
              <a:ext uri="{FF2B5EF4-FFF2-40B4-BE49-F238E27FC236}">
                <a16:creationId xmlns:a16="http://schemas.microsoft.com/office/drawing/2014/main" id="{3406F560-C002-F93A-AB5D-5E2283AEDB3E}"/>
              </a:ext>
            </a:extLst>
          </p:cNvPr>
          <p:cNvSpPr txBox="1"/>
          <p:nvPr/>
        </p:nvSpPr>
        <p:spPr>
          <a:xfrm>
            <a:off x="5916223" y="2010784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1</a:t>
            </a:r>
          </a:p>
        </p:txBody>
      </p:sp>
      <p:pic>
        <p:nvPicPr>
          <p:cNvPr id="85" name="Immagine 84">
            <a:extLst>
              <a:ext uri="{FF2B5EF4-FFF2-40B4-BE49-F238E27FC236}">
                <a16:creationId xmlns:a16="http://schemas.microsoft.com/office/drawing/2014/main" id="{7282848B-88B6-22AD-BE65-CCAFDBC16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522" y="2521860"/>
            <a:ext cx="539068" cy="539068"/>
          </a:xfrm>
          <a:prstGeom prst="rect">
            <a:avLst/>
          </a:prstGeom>
        </p:spPr>
      </p:pic>
      <p:sp>
        <p:nvSpPr>
          <p:cNvPr id="86" name="CasellaDiTesto 85">
            <a:extLst>
              <a:ext uri="{FF2B5EF4-FFF2-40B4-BE49-F238E27FC236}">
                <a16:creationId xmlns:a16="http://schemas.microsoft.com/office/drawing/2014/main" id="{32D042AD-9F7F-AF4B-038E-94877CF43297}"/>
              </a:ext>
            </a:extLst>
          </p:cNvPr>
          <p:cNvSpPr txBox="1"/>
          <p:nvPr/>
        </p:nvSpPr>
        <p:spPr>
          <a:xfrm>
            <a:off x="5913820" y="3049279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 </a:t>
            </a:r>
            <a:r>
              <a:rPr lang="it-IT" sz="1400" b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n</a:t>
            </a:r>
            <a:endParaRPr lang="it-IT" sz="1400"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</p:txBody>
      </p:sp>
      <p:cxnSp>
        <p:nvCxnSpPr>
          <p:cNvPr id="89" name="Connettore 1 52">
            <a:extLst>
              <a:ext uri="{FF2B5EF4-FFF2-40B4-BE49-F238E27FC236}">
                <a16:creationId xmlns:a16="http://schemas.microsoft.com/office/drawing/2014/main" id="{CC41F11E-2CB2-B8A2-6F5F-07D771DA1EDC}"/>
              </a:ext>
            </a:extLst>
          </p:cNvPr>
          <p:cNvCxnSpPr>
            <a:cxnSpLocks/>
          </p:cNvCxnSpPr>
          <p:nvPr/>
        </p:nvCxnSpPr>
        <p:spPr>
          <a:xfrm flipV="1">
            <a:off x="7136169" y="2662468"/>
            <a:ext cx="567690" cy="242755"/>
          </a:xfrm>
          <a:prstGeom prst="line">
            <a:avLst/>
          </a:prstGeom>
          <a:ln w="12700" cap="rnd">
            <a:headEnd type="arrow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Connettore 1 55">
            <a:extLst>
              <a:ext uri="{FF2B5EF4-FFF2-40B4-BE49-F238E27FC236}">
                <a16:creationId xmlns:a16="http://schemas.microsoft.com/office/drawing/2014/main" id="{D60B6C77-F3BC-6DF6-E8B0-4F21775FA702}"/>
              </a:ext>
            </a:extLst>
          </p:cNvPr>
          <p:cNvCxnSpPr>
            <a:cxnSpLocks/>
          </p:cNvCxnSpPr>
          <p:nvPr/>
        </p:nvCxnSpPr>
        <p:spPr>
          <a:xfrm flipH="1">
            <a:off x="10365422" y="2266752"/>
            <a:ext cx="701940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CasellaDiTesto 93">
            <a:extLst>
              <a:ext uri="{FF2B5EF4-FFF2-40B4-BE49-F238E27FC236}">
                <a16:creationId xmlns:a16="http://schemas.microsoft.com/office/drawing/2014/main" id="{1A0AFBAE-AFC1-594B-7A7A-40FD81F7641E}"/>
              </a:ext>
            </a:extLst>
          </p:cNvPr>
          <p:cNvSpPr txBox="1"/>
          <p:nvPr/>
        </p:nvSpPr>
        <p:spPr>
          <a:xfrm>
            <a:off x="9923563" y="1955010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Prompt</a:t>
            </a:r>
          </a:p>
        </p:txBody>
      </p:sp>
      <p:pic>
        <p:nvPicPr>
          <p:cNvPr id="95" name="Immagine 94">
            <a:extLst>
              <a:ext uri="{FF2B5EF4-FFF2-40B4-BE49-F238E27FC236}">
                <a16:creationId xmlns:a16="http://schemas.microsoft.com/office/drawing/2014/main" id="{321A3D02-9A62-6D3F-0609-05A708015A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4595" y="1927334"/>
            <a:ext cx="635000" cy="635000"/>
          </a:xfrm>
          <a:prstGeom prst="rect">
            <a:avLst/>
          </a:prstGeom>
        </p:spPr>
      </p:pic>
      <p:sp>
        <p:nvSpPr>
          <p:cNvPr id="96" name="CasellaDiTesto 95">
            <a:extLst>
              <a:ext uri="{FF2B5EF4-FFF2-40B4-BE49-F238E27FC236}">
                <a16:creationId xmlns:a16="http://schemas.microsoft.com/office/drawing/2014/main" id="{6CA78744-60F5-E224-2C26-48DED2C7E33D}"/>
              </a:ext>
            </a:extLst>
          </p:cNvPr>
          <p:cNvSpPr txBox="1"/>
          <p:nvPr/>
        </p:nvSpPr>
        <p:spPr>
          <a:xfrm>
            <a:off x="10745492" y="2519262"/>
            <a:ext cx="1634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Tool</a:t>
            </a:r>
          </a:p>
        </p:txBody>
      </p:sp>
      <p:pic>
        <p:nvPicPr>
          <p:cNvPr id="98" name="Immagine 97">
            <a:extLst>
              <a:ext uri="{FF2B5EF4-FFF2-40B4-BE49-F238E27FC236}">
                <a16:creationId xmlns:a16="http://schemas.microsoft.com/office/drawing/2014/main" id="{67D7B796-B369-D7F3-075D-5D713A2368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618" y="1694571"/>
            <a:ext cx="279824" cy="279824"/>
          </a:xfrm>
          <a:prstGeom prst="rect">
            <a:avLst/>
          </a:prstGeom>
        </p:spPr>
      </p:pic>
      <p:cxnSp>
        <p:nvCxnSpPr>
          <p:cNvPr id="106" name="Connettore 1 52">
            <a:extLst>
              <a:ext uri="{FF2B5EF4-FFF2-40B4-BE49-F238E27FC236}">
                <a16:creationId xmlns:a16="http://schemas.microsoft.com/office/drawing/2014/main" id="{F5107401-A9C2-70E0-08BB-20248836A78B}"/>
              </a:ext>
            </a:extLst>
          </p:cNvPr>
          <p:cNvCxnSpPr>
            <a:cxnSpLocks/>
          </p:cNvCxnSpPr>
          <p:nvPr/>
        </p:nvCxnSpPr>
        <p:spPr>
          <a:xfrm>
            <a:off x="7172285" y="1817258"/>
            <a:ext cx="564760" cy="318762"/>
          </a:xfrm>
          <a:prstGeom prst="line">
            <a:avLst/>
          </a:prstGeom>
          <a:ln w="12700" cap="rnd">
            <a:headEnd type="arrow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" name="CasellaDiTesto 108">
            <a:extLst>
              <a:ext uri="{FF2B5EF4-FFF2-40B4-BE49-F238E27FC236}">
                <a16:creationId xmlns:a16="http://schemas.microsoft.com/office/drawing/2014/main" id="{8D85C6A8-4A39-13ED-8BA9-0D81EA86093B}"/>
              </a:ext>
            </a:extLst>
          </p:cNvPr>
          <p:cNvSpPr txBox="1"/>
          <p:nvPr/>
        </p:nvSpPr>
        <p:spPr>
          <a:xfrm>
            <a:off x="7503866" y="2358735"/>
            <a:ext cx="1634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Task-</a:t>
            </a:r>
            <a:r>
              <a:rPr lang="it-IT" sz="1400" b="1" dirty="0" err="1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Assigner</a:t>
            </a:r>
            <a:endParaRPr lang="it-IT" sz="1400" b="1" dirty="0">
              <a:latin typeface="CMU SERIF ROMAN" panose="02000603000000000000" pitchFamily="2" charset="0"/>
              <a:ea typeface="CMU SERIF ROMAN" panose="02000603000000000000" pitchFamily="2" charset="0"/>
              <a:cs typeface="CMU SERIF ROMAN" panose="02000603000000000000" pitchFamily="2" charset="0"/>
            </a:endParaRPr>
          </a:p>
          <a:p>
            <a:pPr algn="ctr"/>
            <a:r>
              <a:rPr lang="it-IT" sz="1400" b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Agent</a:t>
            </a:r>
          </a:p>
        </p:txBody>
      </p:sp>
      <p:cxnSp>
        <p:nvCxnSpPr>
          <p:cNvPr id="110" name="Connettore 1 55">
            <a:extLst>
              <a:ext uri="{FF2B5EF4-FFF2-40B4-BE49-F238E27FC236}">
                <a16:creationId xmlns:a16="http://schemas.microsoft.com/office/drawing/2014/main" id="{8DC74F7D-6E11-24CD-948E-729C58DD7DD1}"/>
              </a:ext>
            </a:extLst>
          </p:cNvPr>
          <p:cNvCxnSpPr>
            <a:cxnSpLocks/>
          </p:cNvCxnSpPr>
          <p:nvPr/>
        </p:nvCxnSpPr>
        <p:spPr>
          <a:xfrm flipH="1">
            <a:off x="8753182" y="2247782"/>
            <a:ext cx="701940" cy="0"/>
          </a:xfrm>
          <a:prstGeom prst="line">
            <a:avLst/>
          </a:prstGeom>
          <a:ln w="12700" cap="rnd"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CasellaDiTesto 126">
            <a:extLst>
              <a:ext uri="{FF2B5EF4-FFF2-40B4-BE49-F238E27FC236}">
                <a16:creationId xmlns:a16="http://schemas.microsoft.com/office/drawing/2014/main" id="{2C75512C-9C1B-7EB8-52E3-5D68290087A3}"/>
              </a:ext>
            </a:extLst>
          </p:cNvPr>
          <p:cNvSpPr txBox="1"/>
          <p:nvPr/>
        </p:nvSpPr>
        <p:spPr>
          <a:xfrm rot="1932793">
            <a:off x="6720442" y="1783190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Task</a:t>
            </a:r>
          </a:p>
        </p:txBody>
      </p:sp>
      <p:sp>
        <p:nvSpPr>
          <p:cNvPr id="128" name="CasellaDiTesto 127">
            <a:extLst>
              <a:ext uri="{FF2B5EF4-FFF2-40B4-BE49-F238E27FC236}">
                <a16:creationId xmlns:a16="http://schemas.microsoft.com/office/drawing/2014/main" id="{4BA1E2C3-BB77-B32F-7561-0416172F70BF}"/>
              </a:ext>
            </a:extLst>
          </p:cNvPr>
          <p:cNvSpPr txBox="1"/>
          <p:nvPr/>
        </p:nvSpPr>
        <p:spPr>
          <a:xfrm rot="20031710">
            <a:off x="6603620" y="2558578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Task</a:t>
            </a:r>
          </a:p>
        </p:txBody>
      </p:sp>
      <p:sp>
        <p:nvSpPr>
          <p:cNvPr id="129" name="CasellaDiTesto 128">
            <a:extLst>
              <a:ext uri="{FF2B5EF4-FFF2-40B4-BE49-F238E27FC236}">
                <a16:creationId xmlns:a16="http://schemas.microsoft.com/office/drawing/2014/main" id="{7229770C-9943-AE31-06B1-B76386ABB65B}"/>
              </a:ext>
            </a:extLst>
          </p:cNvPr>
          <p:cNvSpPr txBox="1"/>
          <p:nvPr/>
        </p:nvSpPr>
        <p:spPr>
          <a:xfrm>
            <a:off x="8321102" y="1989761"/>
            <a:ext cx="16344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i="1" dirty="0">
                <a:latin typeface="CMU SERIF ROMAN" panose="02000603000000000000" pitchFamily="2" charset="0"/>
                <a:ea typeface="CMU SERIF ROMAN" panose="02000603000000000000" pitchFamily="2" charset="0"/>
                <a:cs typeface="CMU SERIF ROMAN" panose="02000603000000000000" pitchFamily="2" charset="0"/>
              </a:rPr>
              <a:t>Plan</a:t>
            </a:r>
          </a:p>
        </p:txBody>
      </p:sp>
      <p:pic>
        <p:nvPicPr>
          <p:cNvPr id="130" name="Immagine 129">
            <a:extLst>
              <a:ext uri="{FF2B5EF4-FFF2-40B4-BE49-F238E27FC236}">
                <a16:creationId xmlns:a16="http://schemas.microsoft.com/office/drawing/2014/main" id="{C6E18B11-2233-2A2B-7DFC-20293ECF677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1178" t="20511" r="21611" b="19784"/>
          <a:stretch>
            <a:fillRect/>
          </a:stretch>
        </p:blipFill>
        <p:spPr>
          <a:xfrm>
            <a:off x="8062158" y="1800619"/>
            <a:ext cx="517153" cy="539700"/>
          </a:xfrm>
          <a:prstGeom prst="rect">
            <a:avLst/>
          </a:prstGeom>
        </p:spPr>
      </p:pic>
      <p:pic>
        <p:nvPicPr>
          <p:cNvPr id="134" name="Immagine 133">
            <a:extLst>
              <a:ext uri="{FF2B5EF4-FFF2-40B4-BE49-F238E27FC236}">
                <a16:creationId xmlns:a16="http://schemas.microsoft.com/office/drawing/2014/main" id="{95DF6001-54B9-4B2C-A61C-5C4EC573E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258" y="4406789"/>
            <a:ext cx="449627" cy="449627"/>
          </a:xfrm>
          <a:prstGeom prst="rect">
            <a:avLst/>
          </a:prstGeom>
        </p:spPr>
      </p:pic>
      <p:pic>
        <p:nvPicPr>
          <p:cNvPr id="135" name="Immagine 134">
            <a:extLst>
              <a:ext uri="{FF2B5EF4-FFF2-40B4-BE49-F238E27FC236}">
                <a16:creationId xmlns:a16="http://schemas.microsoft.com/office/drawing/2014/main" id="{89820A85-FC7D-3CF0-26B8-0B9C4B463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500" y="5742547"/>
            <a:ext cx="449627" cy="449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477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65865-F38B-DACF-EDDA-DCBDC1C88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B1250EC3-A780-C87E-C971-562BF27CED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90" t="7613" r="7234" b="9530"/>
          <a:stretch>
            <a:fillRect/>
          </a:stretch>
        </p:blipFill>
        <p:spPr>
          <a:xfrm>
            <a:off x="1311639" y="1506511"/>
            <a:ext cx="2743200" cy="3177915"/>
          </a:xfrm>
          <a:prstGeom prst="rect">
            <a:avLst/>
          </a:prstGeom>
        </p:spPr>
      </p:pic>
      <p:sp>
        <p:nvSpPr>
          <p:cNvPr id="4" name="Oval 56">
            <a:extLst>
              <a:ext uri="{FF2B5EF4-FFF2-40B4-BE49-F238E27FC236}">
                <a16:creationId xmlns:a16="http://schemas.microsoft.com/office/drawing/2014/main" id="{967F7DD0-BBD9-3EF2-AC13-EE1A45E2D6B5}"/>
              </a:ext>
            </a:extLst>
          </p:cNvPr>
          <p:cNvSpPr/>
          <p:nvPr/>
        </p:nvSpPr>
        <p:spPr>
          <a:xfrm>
            <a:off x="3723543" y="2925064"/>
            <a:ext cx="103182" cy="104350"/>
          </a:xfrm>
          <a:prstGeom prst="ellipse">
            <a:avLst/>
          </a:prstGeom>
          <a:noFill/>
          <a:ln w="6350">
            <a:solidFill>
              <a:schemeClr val="bg2">
                <a:lumMod val="1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6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8" name="Oval 56">
            <a:extLst>
              <a:ext uri="{FF2B5EF4-FFF2-40B4-BE49-F238E27FC236}">
                <a16:creationId xmlns:a16="http://schemas.microsoft.com/office/drawing/2014/main" id="{81972138-33C5-3BA1-DD54-6D14981ED282}"/>
              </a:ext>
            </a:extLst>
          </p:cNvPr>
          <p:cNvSpPr/>
          <p:nvPr/>
        </p:nvSpPr>
        <p:spPr>
          <a:xfrm>
            <a:off x="2694722" y="3837909"/>
            <a:ext cx="103182" cy="104350"/>
          </a:xfrm>
          <a:prstGeom prst="ellipse">
            <a:avLst/>
          </a:prstGeom>
          <a:noFill/>
          <a:ln w="6350">
            <a:solidFill>
              <a:schemeClr val="bg2">
                <a:lumMod val="1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6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5</a:t>
            </a:r>
          </a:p>
        </p:txBody>
      </p:sp>
      <p:sp>
        <p:nvSpPr>
          <p:cNvPr id="9" name="Oval 56">
            <a:extLst>
              <a:ext uri="{FF2B5EF4-FFF2-40B4-BE49-F238E27FC236}">
                <a16:creationId xmlns:a16="http://schemas.microsoft.com/office/drawing/2014/main" id="{1CD40869-DF0D-DBD4-47E6-A9001F5C5448}"/>
              </a:ext>
            </a:extLst>
          </p:cNvPr>
          <p:cNvSpPr/>
          <p:nvPr/>
        </p:nvSpPr>
        <p:spPr>
          <a:xfrm>
            <a:off x="2182437" y="3419670"/>
            <a:ext cx="103182" cy="104350"/>
          </a:xfrm>
          <a:prstGeom prst="ellipse">
            <a:avLst/>
          </a:prstGeom>
          <a:noFill/>
          <a:ln w="6350">
            <a:solidFill>
              <a:schemeClr val="bg2">
                <a:lumMod val="1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6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sp>
        <p:nvSpPr>
          <p:cNvPr id="10" name="Oval 56">
            <a:extLst>
              <a:ext uri="{FF2B5EF4-FFF2-40B4-BE49-F238E27FC236}">
                <a16:creationId xmlns:a16="http://schemas.microsoft.com/office/drawing/2014/main" id="{B47F36C2-8B65-FDD3-96B4-8595E8F96B83}"/>
              </a:ext>
            </a:extLst>
          </p:cNvPr>
          <p:cNvSpPr/>
          <p:nvPr/>
        </p:nvSpPr>
        <p:spPr>
          <a:xfrm>
            <a:off x="1795217" y="2925064"/>
            <a:ext cx="103182" cy="104350"/>
          </a:xfrm>
          <a:prstGeom prst="ellipse">
            <a:avLst/>
          </a:prstGeom>
          <a:noFill/>
          <a:ln w="6350">
            <a:solidFill>
              <a:schemeClr val="bg2">
                <a:lumMod val="1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6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sp>
        <p:nvSpPr>
          <p:cNvPr id="11" name="Oval 56">
            <a:extLst>
              <a:ext uri="{FF2B5EF4-FFF2-40B4-BE49-F238E27FC236}">
                <a16:creationId xmlns:a16="http://schemas.microsoft.com/office/drawing/2014/main" id="{08672155-7F80-996C-15E1-A231DD08D281}"/>
              </a:ext>
            </a:extLst>
          </p:cNvPr>
          <p:cNvSpPr/>
          <p:nvPr/>
        </p:nvSpPr>
        <p:spPr>
          <a:xfrm>
            <a:off x="1995824" y="2615599"/>
            <a:ext cx="103182" cy="104350"/>
          </a:xfrm>
          <a:prstGeom prst="ellipse">
            <a:avLst/>
          </a:prstGeom>
          <a:noFill/>
          <a:ln w="6350">
            <a:solidFill>
              <a:schemeClr val="bg2">
                <a:lumMod val="1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600" dirty="0">
                <a:solidFill>
                  <a:schemeClr val="tx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90026946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8423</TotalTime>
  <Words>126</Words>
  <Application>Microsoft Macintosh PowerPoint</Application>
  <PresentationFormat>Widescreen</PresentationFormat>
  <Paragraphs>90</Paragraphs>
  <Slides>8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CMU Serif</vt:lpstr>
      <vt:lpstr>CMU SERIF ROMAN</vt:lpstr>
      <vt:lpstr>Helvetica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Compagnucci</dc:creator>
  <cp:lastModifiedBy>Ivan Compagnucci</cp:lastModifiedBy>
  <cp:revision>47</cp:revision>
  <dcterms:created xsi:type="dcterms:W3CDTF">2025-05-15T14:36:40Z</dcterms:created>
  <dcterms:modified xsi:type="dcterms:W3CDTF">2025-10-27T11:41:36Z</dcterms:modified>
</cp:coreProperties>
</file>